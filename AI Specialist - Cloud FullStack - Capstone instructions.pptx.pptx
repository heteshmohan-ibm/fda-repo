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5"/>
  </p:notesMasterIdLst>
  <p:sldIdLst>
    <p:sldId id="268" r:id="rId3"/>
    <p:sldId id="141168370" r:id="rId4"/>
    <p:sldId id="141168365" r:id="rId5"/>
    <p:sldId id="263" r:id="rId6"/>
    <p:sldId id="256" r:id="rId7"/>
    <p:sldId id="258" r:id="rId8"/>
    <p:sldId id="259" r:id="rId9"/>
    <p:sldId id="260" r:id="rId10"/>
    <p:sldId id="261" r:id="rId11"/>
    <p:sldId id="262" r:id="rId12"/>
    <p:sldId id="141168366" r:id="rId13"/>
    <p:sldId id="1411683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CF47A0-34DA-4844-BB59-D4EF6E42770F}" v="90" dt="2026-05-25T06:29:35.985"/>
    <p1510:client id="{2F25ADF6-7437-48B6-862F-321E89EACBE0}" v="65" dt="2026-05-25T06:25:01.9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16" d="100"/>
          <a:sy n="116" d="100"/>
        </p:scale>
        <p:origin x="8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KO KALLIO" userId="dSgdfT93YAP+1BhAfYhnXspoEnYuKHpwASYFWOTdGYw=" providerId="None" clId="Web-{2F25ADF6-7437-48B6-862F-321E89EACBE0}"/>
    <pc:docChg chg="modSld">
      <pc:chgData name="MIKKO KALLIO" userId="dSgdfT93YAP+1BhAfYhnXspoEnYuKHpwASYFWOTdGYw=" providerId="None" clId="Web-{2F25ADF6-7437-48B6-862F-321E89EACBE0}" dt="2026-05-25T06:25:01.041" v="31" actId="20577"/>
      <pc:docMkLst>
        <pc:docMk/>
      </pc:docMkLst>
      <pc:sldChg chg="modSp">
        <pc:chgData name="MIKKO KALLIO" userId="dSgdfT93YAP+1BhAfYhnXspoEnYuKHpwASYFWOTdGYw=" providerId="None" clId="Web-{2F25ADF6-7437-48B6-862F-321E89EACBE0}" dt="2026-05-25T06:25:01.041" v="31" actId="20577"/>
        <pc:sldMkLst>
          <pc:docMk/>
          <pc:sldMk cId="1852025226" sldId="141168370"/>
        </pc:sldMkLst>
        <pc:spChg chg="mod">
          <ac:chgData name="MIKKO KALLIO" userId="dSgdfT93YAP+1BhAfYhnXspoEnYuKHpwASYFWOTdGYw=" providerId="None" clId="Web-{2F25ADF6-7437-48B6-862F-321E89EACBE0}" dt="2026-05-25T06:25:01.041" v="31" actId="20577"/>
          <ac:spMkLst>
            <pc:docMk/>
            <pc:sldMk cId="1852025226" sldId="141168370"/>
            <ac:spMk id="5" creationId="{A8FEA6BE-4F69-00A1-31D1-363E32665005}"/>
          </ac:spMkLst>
        </pc:spChg>
      </pc:sldChg>
    </pc:docChg>
  </pc:docChgLst>
  <pc:docChgLst>
    <pc:chgData name="SMITHA BERA" userId="f4jpZyZ0p8ZJju/kjszJ/6KBc2i9OoDri9bc3leziz4=" providerId="None" clId="Web-{CF8862C0-7B75-4E65-A5FC-7489F1754258}"/>
    <pc:docChg chg="modSld">
      <pc:chgData name="SMITHA BERA" userId="f4jpZyZ0p8ZJju/kjszJ/6KBc2i9OoDri9bc3leziz4=" providerId="None" clId="Web-{CF8862C0-7B75-4E65-A5FC-7489F1754258}" dt="2026-05-21T09:49:40.228" v="2" actId="20577"/>
      <pc:docMkLst>
        <pc:docMk/>
      </pc:docMkLst>
      <pc:sldChg chg="modSp">
        <pc:chgData name="SMITHA BERA" userId="f4jpZyZ0p8ZJju/kjszJ/6KBc2i9OoDri9bc3leziz4=" providerId="None" clId="Web-{CF8862C0-7B75-4E65-A5FC-7489F1754258}" dt="2026-05-21T09:49:40.228" v="2" actId="20577"/>
        <pc:sldMkLst>
          <pc:docMk/>
          <pc:sldMk cId="0" sldId="263"/>
        </pc:sldMkLst>
        <pc:spChg chg="mod">
          <ac:chgData name="SMITHA BERA" userId="f4jpZyZ0p8ZJju/kjszJ/6KBc2i9OoDri9bc3leziz4=" providerId="None" clId="Web-{CF8862C0-7B75-4E65-A5FC-7489F1754258}" dt="2026-05-21T09:49:40.228" v="2" actId="20577"/>
          <ac:spMkLst>
            <pc:docMk/>
            <pc:sldMk cId="0" sldId="263"/>
            <ac:spMk id="672" creationId="{00000000-0000-0000-0000-000000000000}"/>
          </ac:spMkLst>
        </pc:spChg>
      </pc:sldChg>
      <pc:sldChg chg="modSp">
        <pc:chgData name="SMITHA BERA" userId="f4jpZyZ0p8ZJju/kjszJ/6KBc2i9OoDri9bc3leziz4=" providerId="None" clId="Web-{CF8862C0-7B75-4E65-A5FC-7489F1754258}" dt="2026-05-21T09:49:23.915" v="1" actId="20577"/>
        <pc:sldMkLst>
          <pc:docMk/>
          <pc:sldMk cId="724607049" sldId="141168365"/>
        </pc:sldMkLst>
        <pc:spChg chg="mod">
          <ac:chgData name="SMITHA BERA" userId="f4jpZyZ0p8ZJju/kjszJ/6KBc2i9OoDri9bc3leziz4=" providerId="None" clId="Web-{CF8862C0-7B75-4E65-A5FC-7489F1754258}" dt="2026-05-21T09:49:23.915" v="1" actId="20577"/>
          <ac:spMkLst>
            <pc:docMk/>
            <pc:sldMk cId="724607049" sldId="141168365"/>
            <ac:spMk id="6" creationId="{CA845AAE-0E22-CB44-9987-2BF5A320E9C4}"/>
          </ac:spMkLst>
        </pc:spChg>
      </pc:sldChg>
    </pc:docChg>
  </pc:docChgLst>
  <pc:docChgLst>
    <pc:chgData name="MIKKO KALLIO" userId="dSgdfT93YAP+1BhAfYhnXspoEnYuKHpwASYFWOTdGYw=" providerId="None" clId="Web-{3F94AC6C-DA30-4D91-9624-57F927CB197F}"/>
    <pc:docChg chg="addSld modSld">
      <pc:chgData name="MIKKO KALLIO" userId="dSgdfT93YAP+1BhAfYhnXspoEnYuKHpwASYFWOTdGYw=" providerId="None" clId="Web-{3F94AC6C-DA30-4D91-9624-57F927CB197F}" dt="2026-05-21T10:48:33.408" v="76"/>
      <pc:docMkLst>
        <pc:docMk/>
      </pc:docMkLst>
      <pc:sldChg chg="delSp">
        <pc:chgData name="MIKKO KALLIO" userId="dSgdfT93YAP+1BhAfYhnXspoEnYuKHpwASYFWOTdGYw=" providerId="None" clId="Web-{3F94AC6C-DA30-4D91-9624-57F927CB197F}" dt="2026-05-21T10:36:26.178" v="5"/>
        <pc:sldMkLst>
          <pc:docMk/>
          <pc:sldMk cId="0" sldId="256"/>
        </pc:sldMkLst>
      </pc:sldChg>
      <pc:sldChg chg="delSp modSp">
        <pc:chgData name="MIKKO KALLIO" userId="dSgdfT93YAP+1BhAfYhnXspoEnYuKHpwASYFWOTdGYw=" providerId="None" clId="Web-{3F94AC6C-DA30-4D91-9624-57F927CB197F}" dt="2026-05-21T10:40:57.894" v="43"/>
        <pc:sldMkLst>
          <pc:docMk/>
          <pc:sldMk cId="0" sldId="261"/>
        </pc:sldMkLst>
        <pc:spChg chg="mod">
          <ac:chgData name="MIKKO KALLIO" userId="dSgdfT93YAP+1BhAfYhnXspoEnYuKHpwASYFWOTdGYw=" providerId="None" clId="Web-{3F94AC6C-DA30-4D91-9624-57F927CB197F}" dt="2026-05-21T10:40:53.207" v="41" actId="20577"/>
          <ac:spMkLst>
            <pc:docMk/>
            <pc:sldMk cId="0" sldId="261"/>
            <ac:spMk id="661" creationId="{00000000-0000-0000-0000-000000000000}"/>
          </ac:spMkLst>
        </pc:spChg>
      </pc:sldChg>
      <pc:sldChg chg="modSp">
        <pc:chgData name="MIKKO KALLIO" userId="dSgdfT93YAP+1BhAfYhnXspoEnYuKHpwASYFWOTdGYw=" providerId="None" clId="Web-{3F94AC6C-DA30-4D91-9624-57F927CB197F}" dt="2026-05-21T10:39:39.426" v="17"/>
        <pc:sldMkLst>
          <pc:docMk/>
          <pc:sldMk cId="724607049" sldId="141168365"/>
        </pc:sldMkLst>
        <pc:graphicFrameChg chg="mod modGraphic">
          <ac:chgData name="MIKKO KALLIO" userId="dSgdfT93YAP+1BhAfYhnXspoEnYuKHpwASYFWOTdGYw=" providerId="None" clId="Web-{3F94AC6C-DA30-4D91-9624-57F927CB197F}" dt="2026-05-21T10:39:39.426" v="17"/>
          <ac:graphicFrameMkLst>
            <pc:docMk/>
            <pc:sldMk cId="724607049" sldId="141168365"/>
            <ac:graphicFrameMk id="11" creationId="{08F75D61-5CCC-FE4F-A360-E95F81710889}"/>
          </ac:graphicFrameMkLst>
        </pc:graphicFrameChg>
      </pc:sldChg>
      <pc:sldChg chg="delSp modSp">
        <pc:chgData name="MIKKO KALLIO" userId="dSgdfT93YAP+1BhAfYhnXspoEnYuKHpwASYFWOTdGYw=" providerId="None" clId="Web-{3F94AC6C-DA30-4D91-9624-57F927CB197F}" dt="2026-05-21T10:48:33.408" v="76"/>
        <pc:sldMkLst>
          <pc:docMk/>
          <pc:sldMk cId="2000991659" sldId="141168369"/>
        </pc:sldMkLst>
        <pc:spChg chg="mod">
          <ac:chgData name="MIKKO KALLIO" userId="dSgdfT93YAP+1BhAfYhnXspoEnYuKHpwASYFWOTdGYw=" providerId="None" clId="Web-{3F94AC6C-DA30-4D91-9624-57F927CB197F}" dt="2026-05-21T10:44:01.081" v="75" actId="14100"/>
          <ac:spMkLst>
            <pc:docMk/>
            <pc:sldMk cId="2000991659" sldId="141168369"/>
            <ac:spMk id="2" creationId="{FCA58A74-9F70-C121-5DFF-EA7F55644067}"/>
          </ac:spMkLst>
        </pc:spChg>
        <pc:spChg chg="mod">
          <ac:chgData name="MIKKO KALLIO" userId="dSgdfT93YAP+1BhAfYhnXspoEnYuKHpwASYFWOTdGYw=" providerId="None" clId="Web-{3F94AC6C-DA30-4D91-9624-57F927CB197F}" dt="2026-05-21T10:42:16.394" v="47"/>
          <ac:spMkLst>
            <pc:docMk/>
            <pc:sldMk cId="2000991659" sldId="141168369"/>
            <ac:spMk id="4" creationId="{8E5ED458-6246-C8D7-BEC0-17A70127F013}"/>
          </ac:spMkLst>
        </pc:spChg>
        <pc:spChg chg="mod">
          <ac:chgData name="MIKKO KALLIO" userId="dSgdfT93YAP+1BhAfYhnXspoEnYuKHpwASYFWOTdGYw=" providerId="None" clId="Web-{3F94AC6C-DA30-4D91-9624-57F927CB197F}" dt="2026-05-21T10:36:44.568" v="8" actId="20577"/>
          <ac:spMkLst>
            <pc:docMk/>
            <pc:sldMk cId="2000991659" sldId="141168369"/>
            <ac:spMk id="6" creationId="{0BD7DB93-45A0-5848-DE86-F98183664D3A}"/>
          </ac:spMkLst>
        </pc:spChg>
      </pc:sldChg>
      <pc:sldChg chg="modSp">
        <pc:chgData name="MIKKO KALLIO" userId="dSgdfT93YAP+1BhAfYhnXspoEnYuKHpwASYFWOTdGYw=" providerId="None" clId="Web-{3F94AC6C-DA30-4D91-9624-57F927CB197F}" dt="2026-05-21T10:35:54.303" v="4" actId="20577"/>
        <pc:sldMkLst>
          <pc:docMk/>
          <pc:sldMk cId="1852025226" sldId="141168370"/>
        </pc:sldMkLst>
        <pc:spChg chg="mod">
          <ac:chgData name="MIKKO KALLIO" userId="dSgdfT93YAP+1BhAfYhnXspoEnYuKHpwASYFWOTdGYw=" providerId="None" clId="Web-{3F94AC6C-DA30-4D91-9624-57F927CB197F}" dt="2026-05-21T10:35:27.163" v="0" actId="1076"/>
          <ac:spMkLst>
            <pc:docMk/>
            <pc:sldMk cId="1852025226" sldId="141168370"/>
            <ac:spMk id="2" creationId="{60A706BF-49F5-CAC0-B1C6-0742EDD4304D}"/>
          </ac:spMkLst>
        </pc:spChg>
        <pc:spChg chg="mod">
          <ac:chgData name="MIKKO KALLIO" userId="dSgdfT93YAP+1BhAfYhnXspoEnYuKHpwASYFWOTdGYw=" providerId="None" clId="Web-{3F94AC6C-DA30-4D91-9624-57F927CB197F}" dt="2026-05-21T10:35:54.303" v="4" actId="20577"/>
          <ac:spMkLst>
            <pc:docMk/>
            <pc:sldMk cId="1852025226" sldId="141168370"/>
            <ac:spMk id="5" creationId="{A8FEA6BE-4F69-00A1-31D1-363E32665005}"/>
          </ac:spMkLst>
        </pc:spChg>
      </pc:sldChg>
    </pc:docChg>
  </pc:docChgLst>
  <pc:docChgLst>
    <pc:chgData name="SMITHA BERA" userId="f4jpZyZ0p8ZJju/kjszJ/6KBc2i9OoDri9bc3leziz4=" providerId="None" clId="Web-{F7A93354-0EF6-4DF6-A0C7-CB1CA3F14C98}"/>
    <pc:docChg chg="modSld">
      <pc:chgData name="SMITHA BERA" userId="f4jpZyZ0p8ZJju/kjszJ/6KBc2i9OoDri9bc3leziz4=" providerId="None" clId="Web-{F7A93354-0EF6-4DF6-A0C7-CB1CA3F14C98}" dt="2026-05-21T09:48:17.594" v="138" actId="20577"/>
      <pc:docMkLst>
        <pc:docMk/>
      </pc:docMkLst>
      <pc:sldChg chg="modSp">
        <pc:chgData name="SMITHA BERA" userId="f4jpZyZ0p8ZJju/kjszJ/6KBc2i9OoDri9bc3leziz4=" providerId="None" clId="Web-{F7A93354-0EF6-4DF6-A0C7-CB1CA3F14C98}" dt="2026-05-21T09:39:24.989" v="89" actId="20577"/>
        <pc:sldMkLst>
          <pc:docMk/>
          <pc:sldMk cId="0" sldId="256"/>
        </pc:sldMkLst>
        <pc:spChg chg="mod">
          <ac:chgData name="SMITHA BERA" userId="f4jpZyZ0p8ZJju/kjszJ/6KBc2i9OoDri9bc3leziz4=" providerId="None" clId="Web-{F7A93354-0EF6-4DF6-A0C7-CB1CA3F14C98}" dt="2026-05-21T09:39:24.989" v="89" actId="20577"/>
          <ac:spMkLst>
            <pc:docMk/>
            <pc:sldMk cId="0" sldId="256"/>
            <ac:spMk id="630" creationId="{00000000-0000-0000-0000-000000000000}"/>
          </ac:spMkLst>
        </pc:spChg>
        <pc:grpChg chg="mod">
          <ac:chgData name="SMITHA BERA" userId="f4jpZyZ0p8ZJju/kjszJ/6KBc2i9OoDri9bc3leziz4=" providerId="None" clId="Web-{F7A93354-0EF6-4DF6-A0C7-CB1CA3F14C98}" dt="2026-05-21T09:27:15.926" v="70" actId="1076"/>
          <ac:grpSpMkLst>
            <pc:docMk/>
            <pc:sldMk cId="0" sldId="256"/>
            <ac:grpSpMk id="633" creationId="{00000000-0000-0000-0000-000000000000}"/>
          </ac:grpSpMkLst>
        </pc:grpChg>
      </pc:sldChg>
      <pc:sldChg chg="modSp">
        <pc:chgData name="SMITHA BERA" userId="f4jpZyZ0p8ZJju/kjszJ/6KBc2i9OoDri9bc3leziz4=" providerId="None" clId="Web-{F7A93354-0EF6-4DF6-A0C7-CB1CA3F14C98}" dt="2026-05-21T09:43:51.432" v="94"/>
        <pc:sldMkLst>
          <pc:docMk/>
          <pc:sldMk cId="0" sldId="258"/>
        </pc:sldMkLst>
        <pc:spChg chg="mod">
          <ac:chgData name="SMITHA BERA" userId="f4jpZyZ0p8ZJju/kjszJ/6KBc2i9OoDri9bc3leziz4=" providerId="None" clId="Web-{F7A93354-0EF6-4DF6-A0C7-CB1CA3F14C98}" dt="2026-05-21T09:43:51.432" v="94"/>
          <ac:spMkLst>
            <pc:docMk/>
            <pc:sldMk cId="0" sldId="258"/>
            <ac:spMk id="642" creationId="{00000000-0000-0000-0000-000000000000}"/>
          </ac:spMkLst>
        </pc:spChg>
        <pc:spChg chg="mod">
          <ac:chgData name="SMITHA BERA" userId="f4jpZyZ0p8ZJju/kjszJ/6KBc2i9OoDri9bc3leziz4=" providerId="None" clId="Web-{F7A93354-0EF6-4DF6-A0C7-CB1CA3F14C98}" dt="2026-05-21T09:29:08.476" v="77" actId="20577"/>
          <ac:spMkLst>
            <pc:docMk/>
            <pc:sldMk cId="0" sldId="258"/>
            <ac:spMk id="643" creationId="{00000000-0000-0000-0000-000000000000}"/>
          </ac:spMkLst>
        </pc:spChg>
      </pc:sldChg>
      <pc:sldChg chg="modSp">
        <pc:chgData name="SMITHA BERA" userId="f4jpZyZ0p8ZJju/kjszJ/6KBc2i9OoDri9bc3leziz4=" providerId="None" clId="Web-{F7A93354-0EF6-4DF6-A0C7-CB1CA3F14C98}" dt="2026-05-21T09:43:11.915" v="92" actId="1076"/>
        <pc:sldMkLst>
          <pc:docMk/>
          <pc:sldMk cId="0" sldId="259"/>
        </pc:sldMkLst>
        <pc:spChg chg="mod">
          <ac:chgData name="SMITHA BERA" userId="f4jpZyZ0p8ZJju/kjszJ/6KBc2i9OoDri9bc3leziz4=" providerId="None" clId="Web-{F7A93354-0EF6-4DF6-A0C7-CB1CA3F14C98}" dt="2026-05-21T09:30:41.509" v="80" actId="1076"/>
          <ac:spMkLst>
            <pc:docMk/>
            <pc:sldMk cId="0" sldId="259"/>
            <ac:spMk id="649" creationId="{00000000-0000-0000-0000-000000000000}"/>
          </ac:spMkLst>
        </pc:spChg>
        <pc:picChg chg="mod">
          <ac:chgData name="SMITHA BERA" userId="f4jpZyZ0p8ZJju/kjszJ/6KBc2i9OoDri9bc3leziz4=" providerId="None" clId="Web-{F7A93354-0EF6-4DF6-A0C7-CB1CA3F14C98}" dt="2026-05-21T09:43:11.915" v="92" actId="1076"/>
          <ac:picMkLst>
            <pc:docMk/>
            <pc:sldMk cId="0" sldId="259"/>
            <ac:picMk id="651" creationId="{00000000-0000-0000-0000-000000000000}"/>
          </ac:picMkLst>
        </pc:picChg>
      </pc:sldChg>
      <pc:sldChg chg="modSp">
        <pc:chgData name="SMITHA BERA" userId="f4jpZyZ0p8ZJju/kjszJ/6KBc2i9OoDri9bc3leziz4=" providerId="None" clId="Web-{F7A93354-0EF6-4DF6-A0C7-CB1CA3F14C98}" dt="2026-05-21T09:47:20.577" v="130" actId="20577"/>
        <pc:sldMkLst>
          <pc:docMk/>
          <pc:sldMk cId="0" sldId="260"/>
        </pc:sldMkLst>
        <pc:spChg chg="mod">
          <ac:chgData name="SMITHA BERA" userId="f4jpZyZ0p8ZJju/kjszJ/6KBc2i9OoDri9bc3leziz4=" providerId="None" clId="Web-{F7A93354-0EF6-4DF6-A0C7-CB1CA3F14C98}" dt="2026-05-21T09:44:12.073" v="96" actId="20577"/>
          <ac:spMkLst>
            <pc:docMk/>
            <pc:sldMk cId="0" sldId="260"/>
            <ac:spMk id="654" creationId="{00000000-0000-0000-0000-000000000000}"/>
          </ac:spMkLst>
        </pc:spChg>
        <pc:spChg chg="mod">
          <ac:chgData name="SMITHA BERA" userId="f4jpZyZ0p8ZJju/kjszJ/6KBc2i9OoDri9bc3leziz4=" providerId="None" clId="Web-{F7A93354-0EF6-4DF6-A0C7-CB1CA3F14C98}" dt="2026-05-21T09:47:20.577" v="130" actId="20577"/>
          <ac:spMkLst>
            <pc:docMk/>
            <pc:sldMk cId="0" sldId="260"/>
            <ac:spMk id="655" creationId="{00000000-0000-0000-0000-000000000000}"/>
          </ac:spMkLst>
        </pc:spChg>
      </pc:sldChg>
      <pc:sldChg chg="addSp modSp">
        <pc:chgData name="SMITHA BERA" userId="f4jpZyZ0p8ZJju/kjszJ/6KBc2i9OoDri9bc3leziz4=" providerId="None" clId="Web-{F7A93354-0EF6-4DF6-A0C7-CB1CA3F14C98}" dt="2026-05-21T09:47:53.796" v="133" actId="14100"/>
        <pc:sldMkLst>
          <pc:docMk/>
          <pc:sldMk cId="0" sldId="261"/>
        </pc:sldMkLst>
        <pc:spChg chg="mod">
          <ac:chgData name="SMITHA BERA" userId="f4jpZyZ0p8ZJju/kjszJ/6KBc2i9OoDri9bc3leziz4=" providerId="None" clId="Web-{F7A93354-0EF6-4DF6-A0C7-CB1CA3F14C98}" dt="2026-05-21T09:46:52.420" v="128" actId="20577"/>
          <ac:spMkLst>
            <pc:docMk/>
            <pc:sldMk cId="0" sldId="261"/>
            <ac:spMk id="660" creationId="{00000000-0000-0000-0000-000000000000}"/>
          </ac:spMkLst>
        </pc:spChg>
        <pc:spChg chg="mod">
          <ac:chgData name="SMITHA BERA" userId="f4jpZyZ0p8ZJju/kjszJ/6KBc2i9OoDri9bc3leziz4=" providerId="None" clId="Web-{F7A93354-0EF6-4DF6-A0C7-CB1CA3F14C98}" dt="2026-05-21T09:47:53.796" v="133" actId="14100"/>
          <ac:spMkLst>
            <pc:docMk/>
            <pc:sldMk cId="0" sldId="261"/>
            <ac:spMk id="661" creationId="{00000000-0000-0000-0000-000000000000}"/>
          </ac:spMkLst>
        </pc:spChg>
      </pc:sldChg>
      <pc:sldChg chg="modSp">
        <pc:chgData name="SMITHA BERA" userId="f4jpZyZ0p8ZJju/kjszJ/6KBc2i9OoDri9bc3leziz4=" providerId="None" clId="Web-{F7A93354-0EF6-4DF6-A0C7-CB1CA3F14C98}" dt="2026-05-21T09:48:17.594" v="138" actId="20577"/>
        <pc:sldMkLst>
          <pc:docMk/>
          <pc:sldMk cId="0" sldId="262"/>
        </pc:sldMkLst>
        <pc:spChg chg="mod">
          <ac:chgData name="SMITHA BERA" userId="f4jpZyZ0p8ZJju/kjszJ/6KBc2i9OoDri9bc3leziz4=" providerId="None" clId="Web-{F7A93354-0EF6-4DF6-A0C7-CB1CA3F14C98}" dt="2026-05-21T09:48:00.140" v="134" actId="20577"/>
          <ac:spMkLst>
            <pc:docMk/>
            <pc:sldMk cId="0" sldId="262"/>
            <ac:spMk id="666" creationId="{00000000-0000-0000-0000-000000000000}"/>
          </ac:spMkLst>
        </pc:spChg>
        <pc:spChg chg="mod">
          <ac:chgData name="SMITHA BERA" userId="f4jpZyZ0p8ZJju/kjszJ/6KBc2i9OoDri9bc3leziz4=" providerId="None" clId="Web-{F7A93354-0EF6-4DF6-A0C7-CB1CA3F14C98}" dt="2026-05-21T09:48:17.594" v="138" actId="20577"/>
          <ac:spMkLst>
            <pc:docMk/>
            <pc:sldMk cId="0" sldId="262"/>
            <ac:spMk id="667" creationId="{00000000-0000-0000-0000-000000000000}"/>
          </ac:spMkLst>
        </pc:spChg>
        <pc:picChg chg="mod">
          <ac:chgData name="SMITHA BERA" userId="f4jpZyZ0p8ZJju/kjszJ/6KBc2i9OoDri9bc3leziz4=" providerId="None" clId="Web-{F7A93354-0EF6-4DF6-A0C7-CB1CA3F14C98}" dt="2026-05-21T09:48:03.500" v="136" actId="1076"/>
          <ac:picMkLst>
            <pc:docMk/>
            <pc:sldMk cId="0" sldId="262"/>
            <ac:picMk id="669" creationId="{00000000-0000-0000-0000-000000000000}"/>
          </ac:picMkLst>
        </pc:picChg>
      </pc:sldChg>
      <pc:sldChg chg="modSp">
        <pc:chgData name="SMITHA BERA" userId="f4jpZyZ0p8ZJju/kjszJ/6KBc2i9OoDri9bc3leziz4=" providerId="None" clId="Web-{F7A93354-0EF6-4DF6-A0C7-CB1CA3F14C98}" dt="2026-05-21T09:25:13.236" v="64" actId="1076"/>
        <pc:sldMkLst>
          <pc:docMk/>
          <pc:sldMk cId="724607049" sldId="141168365"/>
        </pc:sldMkLst>
        <pc:spChg chg="mod">
          <ac:chgData name="SMITHA BERA" userId="f4jpZyZ0p8ZJju/kjszJ/6KBc2i9OoDri9bc3leziz4=" providerId="None" clId="Web-{F7A93354-0EF6-4DF6-A0C7-CB1CA3F14C98}" dt="2026-05-21T09:25:10.111" v="63" actId="1076"/>
          <ac:spMkLst>
            <pc:docMk/>
            <pc:sldMk cId="724607049" sldId="141168365"/>
            <ac:spMk id="4" creationId="{69BDF55C-C2E3-6086-580E-483E01FCCF25}"/>
          </ac:spMkLst>
        </pc:spChg>
        <pc:spChg chg="mod">
          <ac:chgData name="SMITHA BERA" userId="f4jpZyZ0p8ZJju/kjszJ/6KBc2i9OoDri9bc3leziz4=" providerId="None" clId="Web-{F7A93354-0EF6-4DF6-A0C7-CB1CA3F14C98}" dt="2026-05-21T09:22:08.591" v="41" actId="20577"/>
          <ac:spMkLst>
            <pc:docMk/>
            <pc:sldMk cId="724607049" sldId="141168365"/>
            <ac:spMk id="6" creationId="{CA845AAE-0E22-CB44-9987-2BF5A320E9C4}"/>
          </ac:spMkLst>
        </pc:spChg>
        <pc:spChg chg="mod">
          <ac:chgData name="SMITHA BERA" userId="f4jpZyZ0p8ZJju/kjszJ/6KBc2i9OoDri9bc3leziz4=" providerId="None" clId="Web-{F7A93354-0EF6-4DF6-A0C7-CB1CA3F14C98}" dt="2026-05-21T09:25:13.236" v="64" actId="1076"/>
          <ac:spMkLst>
            <pc:docMk/>
            <pc:sldMk cId="724607049" sldId="141168365"/>
            <ac:spMk id="7" creationId="{3B27DE9D-A9AE-D959-968C-A40ACE2F8F06}"/>
          </ac:spMkLst>
        </pc:spChg>
        <pc:graphicFrameChg chg="mod">
          <ac:chgData name="SMITHA BERA" userId="f4jpZyZ0p8ZJju/kjszJ/6KBc2i9OoDri9bc3leziz4=" providerId="None" clId="Web-{F7A93354-0EF6-4DF6-A0C7-CB1CA3F14C98}" dt="2026-05-21T09:23:04.202" v="51" actId="1076"/>
          <ac:graphicFrameMkLst>
            <pc:docMk/>
            <pc:sldMk cId="724607049" sldId="141168365"/>
            <ac:graphicFrameMk id="11" creationId="{08F75D61-5CCC-FE4F-A360-E95F81710889}"/>
          </ac:graphicFrameMkLst>
        </pc:graphicFrameChg>
      </pc:sldChg>
      <pc:sldChg chg="modSp">
        <pc:chgData name="SMITHA BERA" userId="f4jpZyZ0p8ZJju/kjszJ/6KBc2i9OoDri9bc3leziz4=" providerId="None" clId="Web-{F7A93354-0EF6-4DF6-A0C7-CB1CA3F14C98}" dt="2026-05-21T09:46:29.342" v="125" actId="20577"/>
        <pc:sldMkLst>
          <pc:docMk/>
          <pc:sldMk cId="2000991659" sldId="141168369"/>
        </pc:sldMkLst>
        <pc:spChg chg="mod">
          <ac:chgData name="SMITHA BERA" userId="f4jpZyZ0p8ZJju/kjszJ/6KBc2i9OoDri9bc3leziz4=" providerId="None" clId="Web-{F7A93354-0EF6-4DF6-A0C7-CB1CA3F14C98}" dt="2026-05-21T09:46:29.342" v="125" actId="20577"/>
          <ac:spMkLst>
            <pc:docMk/>
            <pc:sldMk cId="2000991659" sldId="141168369"/>
            <ac:spMk id="4" creationId="{8E5ED458-6246-C8D7-BEC0-17A70127F013}"/>
          </ac:spMkLst>
        </pc:spChg>
      </pc:sldChg>
      <pc:sldChg chg="addSp modSp">
        <pc:chgData name="SMITHA BERA" userId="f4jpZyZ0p8ZJju/kjszJ/6KBc2i9OoDri9bc3leziz4=" providerId="None" clId="Web-{F7A93354-0EF6-4DF6-A0C7-CB1CA3F14C98}" dt="2026-05-21T09:36:38.219" v="88" actId="20577"/>
        <pc:sldMkLst>
          <pc:docMk/>
          <pc:sldMk cId="1852025226" sldId="141168370"/>
        </pc:sldMkLst>
      </pc:sldChg>
    </pc:docChg>
  </pc:docChgLst>
  <pc:docChgLst>
    <pc:chgData name="SMITHA BERA" userId="f4jpZyZ0p8ZJju/kjszJ/6KBc2i9OoDri9bc3leziz4=" providerId="None" clId="Web-{15DA9C03-7C71-45D7-A45E-8CC44EA201CC}"/>
    <pc:docChg chg="addSld delSld">
      <pc:chgData name="SMITHA BERA" userId="f4jpZyZ0p8ZJju/kjszJ/6KBc2i9OoDri9bc3leziz4=" providerId="None" clId="Web-{15DA9C03-7C71-45D7-A45E-8CC44EA201CC}" dt="2026-05-21T12:38:22.066" v="3"/>
      <pc:docMkLst>
        <pc:docMk/>
      </pc:docMkLst>
      <pc:sldChg chg="add">
        <pc:chgData name="SMITHA BERA" userId="f4jpZyZ0p8ZJju/kjszJ/6KBc2i9OoDri9bc3leziz4=" providerId="None" clId="Web-{15DA9C03-7C71-45D7-A45E-8CC44EA201CC}" dt="2026-05-21T12:36:57.425" v="0"/>
        <pc:sldMkLst>
          <pc:docMk/>
          <pc:sldMk cId="769051889" sldId="141168366"/>
        </pc:sldMkLst>
      </pc:sldChg>
      <pc:sldChg chg="del">
        <pc:chgData name="SMITHA BERA" userId="f4jpZyZ0p8ZJju/kjszJ/6KBc2i9OoDri9bc3leziz4=" providerId="None" clId="Web-{15DA9C03-7C71-45D7-A45E-8CC44EA201CC}" dt="2026-05-21T12:37:14.362" v="2"/>
        <pc:sldMkLst>
          <pc:docMk/>
          <pc:sldMk cId="2000991659" sldId="141168369"/>
        </pc:sldMkLst>
      </pc:sldChg>
    </pc:docChg>
  </pc:docChgLst>
  <pc:docChgLst>
    <pc:chgData clId="Web-{15DA9C03-7C71-45D7-A45E-8CC44EA201CC}"/>
    <pc:docChg chg="modSld">
      <pc:chgData name="" userId="" providerId="" clId="Web-{15DA9C03-7C71-45D7-A45E-8CC44EA201CC}" dt="2026-05-21T12:36:52.768" v="0"/>
      <pc:docMkLst>
        <pc:docMk/>
      </pc:docMkLst>
    </pc:docChg>
  </pc:docChgLst>
  <pc:docChgLst>
    <pc:chgData name="MIKKO KALLIO" userId="dSgdfT93YAP+1BhAfYhnXspoEnYuKHpwASYFWOTdGYw=" providerId="None" clId="Web-{A5A64B58-3218-4FA6-9F3F-9C5151A81AB0}"/>
    <pc:docChg chg="modSld">
      <pc:chgData name="MIKKO KALLIO" userId="dSgdfT93YAP+1BhAfYhnXspoEnYuKHpwASYFWOTdGYw=" providerId="None" clId="Web-{A5A64B58-3218-4FA6-9F3F-9C5151A81AB0}" dt="2026-05-21T08:46:32.594" v="12" actId="20577"/>
      <pc:docMkLst>
        <pc:docMk/>
      </pc:docMkLst>
      <pc:sldChg chg="modSp">
        <pc:chgData name="MIKKO KALLIO" userId="dSgdfT93YAP+1BhAfYhnXspoEnYuKHpwASYFWOTdGYw=" providerId="None" clId="Web-{A5A64B58-3218-4FA6-9F3F-9C5151A81AB0}" dt="2026-05-21T08:45:40.486" v="4" actId="14100"/>
        <pc:sldMkLst>
          <pc:docMk/>
          <pc:sldMk cId="0" sldId="256"/>
        </pc:sldMkLst>
        <pc:spChg chg="mod">
          <ac:chgData name="MIKKO KALLIO" userId="dSgdfT93YAP+1BhAfYhnXspoEnYuKHpwASYFWOTdGYw=" providerId="None" clId="Web-{A5A64B58-3218-4FA6-9F3F-9C5151A81AB0}" dt="2026-05-21T08:45:40.486" v="4" actId="14100"/>
          <ac:spMkLst>
            <pc:docMk/>
            <pc:sldMk cId="0" sldId="256"/>
            <ac:spMk id="630" creationId="{00000000-0000-0000-0000-000000000000}"/>
          </ac:spMkLst>
        </pc:spChg>
      </pc:sldChg>
      <pc:sldChg chg="modSp">
        <pc:chgData name="MIKKO KALLIO" userId="dSgdfT93YAP+1BhAfYhnXspoEnYuKHpwASYFWOTdGYw=" providerId="None" clId="Web-{A5A64B58-3218-4FA6-9F3F-9C5151A81AB0}" dt="2026-05-21T08:45:50.126" v="7" actId="20577"/>
        <pc:sldMkLst>
          <pc:docMk/>
          <pc:sldMk cId="0" sldId="258"/>
        </pc:sldMkLst>
        <pc:spChg chg="mod">
          <ac:chgData name="MIKKO KALLIO" userId="dSgdfT93YAP+1BhAfYhnXspoEnYuKHpwASYFWOTdGYw=" providerId="None" clId="Web-{A5A64B58-3218-4FA6-9F3F-9C5151A81AB0}" dt="2026-05-21T08:45:50.126" v="7" actId="20577"/>
          <ac:spMkLst>
            <pc:docMk/>
            <pc:sldMk cId="0" sldId="258"/>
            <ac:spMk id="642" creationId="{00000000-0000-0000-0000-000000000000}"/>
          </ac:spMkLst>
        </pc:spChg>
      </pc:sldChg>
      <pc:sldChg chg="modSp">
        <pc:chgData name="MIKKO KALLIO" userId="dSgdfT93YAP+1BhAfYhnXspoEnYuKHpwASYFWOTdGYw=" providerId="None" clId="Web-{A5A64B58-3218-4FA6-9F3F-9C5151A81AB0}" dt="2026-05-21T08:46:11.625" v="8"/>
        <pc:sldMkLst>
          <pc:docMk/>
          <pc:sldMk cId="0" sldId="259"/>
        </pc:sldMkLst>
        <pc:spChg chg="mod">
          <ac:chgData name="MIKKO KALLIO" userId="dSgdfT93YAP+1BhAfYhnXspoEnYuKHpwASYFWOTdGYw=" providerId="None" clId="Web-{A5A64B58-3218-4FA6-9F3F-9C5151A81AB0}" dt="2026-05-21T08:46:11.625" v="8"/>
          <ac:spMkLst>
            <pc:docMk/>
            <pc:sldMk cId="0" sldId="259"/>
            <ac:spMk id="648" creationId="{00000000-0000-0000-0000-000000000000}"/>
          </ac:spMkLst>
        </pc:spChg>
      </pc:sldChg>
      <pc:sldChg chg="delSp modSp">
        <pc:chgData name="MIKKO KALLIO" userId="dSgdfT93YAP+1BhAfYhnXspoEnYuKHpwASYFWOTdGYw=" providerId="None" clId="Web-{A5A64B58-3218-4FA6-9F3F-9C5151A81AB0}" dt="2026-05-21T08:46:32.594" v="12" actId="20577"/>
        <pc:sldMkLst>
          <pc:docMk/>
          <pc:sldMk cId="1852025226" sldId="141168370"/>
        </pc:sldMkLst>
        <pc:spChg chg="mod">
          <ac:chgData name="MIKKO KALLIO" userId="dSgdfT93YAP+1BhAfYhnXspoEnYuKHpwASYFWOTdGYw=" providerId="None" clId="Web-{A5A64B58-3218-4FA6-9F3F-9C5151A81AB0}" dt="2026-05-21T08:46:32.594" v="12" actId="20577"/>
          <ac:spMkLst>
            <pc:docMk/>
            <pc:sldMk cId="1852025226" sldId="141168370"/>
            <ac:spMk id="5" creationId="{A8FEA6BE-4F69-00A1-31D1-363E32665005}"/>
          </ac:spMkLst>
        </pc:spChg>
      </pc:sldChg>
    </pc:docChg>
  </pc:docChgLst>
  <pc:docChgLst>
    <pc:chgData name="MIKKO KALLIO" userId="dSgdfT93YAP+1BhAfYhnXspoEnYuKHpwASYFWOTdGYw=" providerId="None" clId="Web-{039B576C-6743-4567-A6DF-B588B81D2CD1}"/>
    <pc:docChg chg="modSld">
      <pc:chgData name="MIKKO KALLIO" userId="dSgdfT93YAP+1BhAfYhnXspoEnYuKHpwASYFWOTdGYw=" providerId="None" clId="Web-{039B576C-6743-4567-A6DF-B588B81D2CD1}" dt="2026-05-21T14:34:13.410" v="3" actId="20577"/>
      <pc:docMkLst>
        <pc:docMk/>
      </pc:docMkLst>
      <pc:sldChg chg="modSp">
        <pc:chgData name="MIKKO KALLIO" userId="dSgdfT93YAP+1BhAfYhnXspoEnYuKHpwASYFWOTdGYw=" providerId="None" clId="Web-{039B576C-6743-4567-A6DF-B588B81D2CD1}" dt="2026-05-21T14:33:52.801" v="1" actId="20577"/>
        <pc:sldMkLst>
          <pc:docMk/>
          <pc:sldMk cId="1852025226" sldId="141168370"/>
        </pc:sldMkLst>
        <pc:spChg chg="mod">
          <ac:chgData name="MIKKO KALLIO" userId="dSgdfT93YAP+1BhAfYhnXspoEnYuKHpwASYFWOTdGYw=" providerId="None" clId="Web-{039B576C-6743-4567-A6DF-B588B81D2CD1}" dt="2026-05-21T14:33:52.801" v="1" actId="20577"/>
          <ac:spMkLst>
            <pc:docMk/>
            <pc:sldMk cId="1852025226" sldId="141168370"/>
            <ac:spMk id="5" creationId="{A8FEA6BE-4F69-00A1-31D1-363E32665005}"/>
          </ac:spMkLst>
        </pc:spChg>
      </pc:sldChg>
    </pc:docChg>
  </pc:docChgLst>
  <pc:docChgLst>
    <pc:chgData name="MIKKO KALLIO" userId="dSgdfT93YAP+1BhAfYhnXspoEnYuKHpwASYFWOTdGYw=" providerId="None" clId="Web-{1ECF47A0-34DA-4844-BB59-D4EF6E42770F}"/>
    <pc:docChg chg="modSld">
      <pc:chgData name="MIKKO KALLIO" userId="dSgdfT93YAP+1BhAfYhnXspoEnYuKHpwASYFWOTdGYw=" providerId="None" clId="Web-{1ECF47A0-34DA-4844-BB59-D4EF6E42770F}" dt="2026-05-25T06:29:35.703" v="50" actId="20577"/>
      <pc:docMkLst>
        <pc:docMk/>
      </pc:docMkLst>
      <pc:sldChg chg="modSp">
        <pc:chgData name="MIKKO KALLIO" userId="dSgdfT93YAP+1BhAfYhnXspoEnYuKHpwASYFWOTdGYw=" providerId="None" clId="Web-{1ECF47A0-34DA-4844-BB59-D4EF6E42770F}" dt="2026-05-25T06:29:35.703" v="50" actId="20577"/>
        <pc:sldMkLst>
          <pc:docMk/>
          <pc:sldMk cId="0" sldId="256"/>
        </pc:sldMkLst>
        <pc:spChg chg="mod">
          <ac:chgData name="MIKKO KALLIO" userId="dSgdfT93YAP+1BhAfYhnXspoEnYuKHpwASYFWOTdGYw=" providerId="None" clId="Web-{1ECF47A0-34DA-4844-BB59-D4EF6E42770F}" dt="2026-05-25T06:29:35.703" v="50" actId="20577"/>
          <ac:spMkLst>
            <pc:docMk/>
            <pc:sldMk cId="0" sldId="256"/>
            <ac:spMk id="630" creationId="{00000000-0000-0000-0000-000000000000}"/>
          </ac:spMkLst>
        </pc:spChg>
      </pc:sldChg>
      <pc:sldChg chg="modSp">
        <pc:chgData name="MIKKO KALLIO" userId="dSgdfT93YAP+1BhAfYhnXspoEnYuKHpwASYFWOTdGYw=" providerId="None" clId="Web-{1ECF47A0-34DA-4844-BB59-D4EF6E42770F}" dt="2026-05-25T06:29:26.030" v="48" actId="20577"/>
        <pc:sldMkLst>
          <pc:docMk/>
          <pc:sldMk cId="1852025226" sldId="141168370"/>
        </pc:sldMkLst>
        <pc:spChg chg="mod">
          <ac:chgData name="MIKKO KALLIO" userId="dSgdfT93YAP+1BhAfYhnXspoEnYuKHpwASYFWOTdGYw=" providerId="None" clId="Web-{1ECF47A0-34DA-4844-BB59-D4EF6E42770F}" dt="2026-05-25T06:29:26.030" v="48" actId="20577"/>
          <ac:spMkLst>
            <pc:docMk/>
            <pc:sldMk cId="1852025226" sldId="141168370"/>
            <ac:spMk id="5" creationId="{A8FEA6BE-4F69-00A1-31D1-363E32665005}"/>
          </ac:spMkLst>
        </pc:spChg>
      </pc:sldChg>
    </pc:docChg>
  </pc:docChgLst>
  <pc:docChgLst>
    <pc:chgData name="SMITHA BERA" userId="f4jpZyZ0p8ZJju/kjszJ/6KBc2i9OoDri9bc3leziz4=" providerId="None" clId="Web-{D47DFE34-2384-499A-9F1E-18C7813D9454}"/>
    <pc:docChg chg="modSld">
      <pc:chgData name="SMITHA BERA" userId="f4jpZyZ0p8ZJju/kjszJ/6KBc2i9OoDri9bc3leziz4=" providerId="None" clId="Web-{D47DFE34-2384-499A-9F1E-18C7813D9454}" dt="2026-05-21T10:06:59.214" v="7"/>
      <pc:docMkLst>
        <pc:docMk/>
      </pc:docMkLst>
      <pc:sldChg chg="delSp modSp">
        <pc:chgData name="SMITHA BERA" userId="f4jpZyZ0p8ZJju/kjszJ/6KBc2i9OoDri9bc3leziz4=" providerId="None" clId="Web-{D47DFE34-2384-499A-9F1E-18C7813D9454}" dt="2026-05-21T10:06:59.214" v="7"/>
        <pc:sldMkLst>
          <pc:docMk/>
          <pc:sldMk cId="1852025226" sldId="141168370"/>
        </pc:sldMkLst>
        <pc:spChg chg="mod">
          <ac:chgData name="SMITHA BERA" userId="f4jpZyZ0p8ZJju/kjszJ/6KBc2i9OoDri9bc3leziz4=" providerId="None" clId="Web-{D47DFE34-2384-499A-9F1E-18C7813D9454}" dt="2026-05-21T10:06:53.526" v="5" actId="20577"/>
          <ac:spMkLst>
            <pc:docMk/>
            <pc:sldMk cId="1852025226" sldId="141168370"/>
            <ac:spMk id="5" creationId="{A8FEA6BE-4F69-00A1-31D1-363E3266500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218FD4-079F-414E-9BAA-FB2F17E3EDC0}" type="datetimeFigureOut">
              <a:rPr lang="en-IN" smtClean="0"/>
              <a:t>24-05-2026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D0F904-DD22-42B6-8E84-B48A0A672B07}" type="slidenum">
              <a:rPr lang="en-IN" smtClean="0"/>
              <a:t>‹#›</a:t>
            </a:fld>
            <a:endParaRPr lang="en-IN"/>
          </a:p>
        </p:txBody>
      </p:sp>
    </p:spTree>
    <p:extLst>
      <p:ext uri="{BB962C8B-B14F-4D97-AF65-F5344CB8AC3E}">
        <p14:creationId xmlns:p14="http://schemas.microsoft.com/office/powerpoint/2010/main" val="442876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C8514-5D08-EFFE-C8B5-D372DDCEC9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5D0EAD-7A25-D666-637E-5E60BB5249C8}"/>
              </a:ext>
            </a:extLst>
          </p:cNvPr>
          <p:cNvSpPr>
            <a:spLocks noGrp="1" noRot="1" noChangeAspect="1"/>
          </p:cNvSpPr>
          <p:nvPr>
            <p:ph type="sldImg"/>
          </p:nvPr>
        </p:nvSpPr>
        <p:spPr>
          <a:xfrm>
            <a:off x="206375" y="228600"/>
            <a:ext cx="6419850" cy="3611563"/>
          </a:xfrm>
        </p:spPr>
        <p:txBody>
          <a:bodyPr/>
          <a:lstStyle/>
          <a:p>
            <a:endParaRPr lang="en-GB"/>
          </a:p>
        </p:txBody>
      </p:sp>
      <p:sp>
        <p:nvSpPr>
          <p:cNvPr id="3" name="Notes Placeholder 2">
            <a:extLst>
              <a:ext uri="{FF2B5EF4-FFF2-40B4-BE49-F238E27FC236}">
                <a16:creationId xmlns:a16="http://schemas.microsoft.com/office/drawing/2014/main" id="{F47FE903-15A8-C564-9A2F-76EB129C2D13}"/>
              </a:ext>
            </a:extLst>
          </p:cNvPr>
          <p:cNvSpPr>
            <a:spLocks noGrp="1"/>
          </p:cNvSpPr>
          <p:nvPr>
            <p:ph type="body" idx="1"/>
          </p:nvPr>
        </p:nvSpPr>
        <p:spPr/>
        <p:txBody>
          <a:bodyPr/>
          <a:lstStyle/>
          <a:p>
            <a:pPr marL="0" marR="0" lvl="0" indent="0" algn="l" defTabSz="1463040" eaLnBrk="1" fontAlgn="auto" latinLnBrk="0" hangingPunct="1">
              <a:lnSpc>
                <a:spcPct val="100000"/>
              </a:lnSpc>
              <a:spcBef>
                <a:spcPts val="960"/>
              </a:spcBef>
              <a:spcAft>
                <a:spcPts val="0"/>
              </a:spcAft>
              <a:buClrTx/>
              <a:buSzTx/>
              <a:buFontTx/>
              <a:buNone/>
              <a:tabLst/>
              <a:defRPr/>
            </a:pPr>
            <a:r>
              <a:rPr lang="en-US"/>
              <a:t>Download the latest version of this compendium here: https://w3.ibm.com/services/lighthouse/documents/120180</a:t>
            </a:r>
          </a:p>
          <a:p>
            <a:endParaRPr lang="en-US"/>
          </a:p>
        </p:txBody>
      </p:sp>
      <p:sp>
        <p:nvSpPr>
          <p:cNvPr id="4" name="Slide Number Placeholder 3">
            <a:extLst>
              <a:ext uri="{FF2B5EF4-FFF2-40B4-BE49-F238E27FC236}">
                <a16:creationId xmlns:a16="http://schemas.microsoft.com/office/drawing/2014/main" id="{67D708CA-E48A-9E3B-C7E4-89B72D93839E}"/>
              </a:ext>
            </a:extLst>
          </p:cNvPr>
          <p:cNvSpPr>
            <a:spLocks noGrp="1"/>
          </p:cNvSpPr>
          <p:nvPr>
            <p:ph type="sldNum" sz="quarter" idx="5"/>
          </p:nvPr>
        </p:nvSpPr>
        <p:spPr/>
        <p:txBody>
          <a:bodyPr/>
          <a:lstStyle/>
          <a:p>
            <a:pPr marL="0" marR="0" lvl="0" indent="0" algn="l" defTabSz="1097573"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Arial" panose="020B0503050203000203" pitchFamily="34" charset="0"/>
                <a:sym typeface="IBM Plex Sans Light" panose="020B0403050203000203" pitchFamily="34" charset="0"/>
              </a:rPr>
              <a:pPr marL="0" marR="0" lvl="0" indent="0" algn="l" defTabSz="1097573" rtl="0" eaLnBrk="1" fontAlgn="auto" latinLnBrk="0" hangingPunct="1">
                <a:lnSpc>
                  <a:spcPct val="100000"/>
                </a:lnSpc>
                <a:spcBef>
                  <a:spcPts val="0"/>
                </a:spcBef>
                <a:spcAft>
                  <a:spcPts val="0"/>
                </a:spcAft>
                <a:buClrTx/>
                <a:buSzTx/>
                <a:buFontTx/>
                <a:buNone/>
                <a:tabLst/>
                <a:defRPr/>
              </a:pPr>
              <a:t>1</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a typeface="+mn-ea"/>
              <a:cs typeface="Arial" panose="020B0503050203000203" pitchFamily="34" charset="0"/>
              <a:sym typeface="IBM Plex Sans Light" panose="020B0403050203000203" pitchFamily="34" charset="0"/>
            </a:endParaRPr>
          </a:p>
        </p:txBody>
      </p:sp>
      <p:sp>
        <p:nvSpPr>
          <p:cNvPr id="5" name="Footer Placeholder 4">
            <a:extLst>
              <a:ext uri="{FF2B5EF4-FFF2-40B4-BE49-F238E27FC236}">
                <a16:creationId xmlns:a16="http://schemas.microsoft.com/office/drawing/2014/main" id="{30CF4796-C590-25FD-B838-32507565011C}"/>
              </a:ext>
            </a:extLst>
          </p:cNvPr>
          <p:cNvSpPr>
            <a:spLocks noGrp="1"/>
          </p:cNvSpPr>
          <p:nvPr>
            <p:ph type="ftr" sz="quarter" idx="4"/>
          </p:nvPr>
        </p:nvSpPr>
        <p:spPr/>
        <p:txBody>
          <a:bodyPr/>
          <a:lstStyle/>
          <a:p>
            <a:pPr marL="0" marR="0" lvl="0" indent="0" algn="l" defTabSz="1097573"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a typeface="+mn-ea"/>
                <a:cs typeface="Arial" panose="020B0503050203000203" pitchFamily="34" charset="0"/>
                <a:sym typeface="IBM Plex Sans Light" panose="020B0403050203000203" pitchFamily="34" charset="0"/>
              </a:rPr>
              <a:t>Group Name / DOC ID / Month XX, 2022 / © 2022 IBM Corporation</a:t>
            </a:r>
          </a:p>
        </p:txBody>
      </p:sp>
    </p:spTree>
    <p:extLst>
      <p:ext uri="{BB962C8B-B14F-4D97-AF65-F5344CB8AC3E}">
        <p14:creationId xmlns:p14="http://schemas.microsoft.com/office/powerpoint/2010/main" val="2150335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email.address@ibm.com" TargetMode="Externa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mailto:email.address@ibm.com"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hyperlink" Target="mailto:email.address@ibm.com" TargetMode="External"/><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hyperlink" Target="http://ibm.com/trademark" TargetMode="External"/><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hyperlink" Target="http://ibm.com/trademark" TargetMode="External"/><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A14C1-1B1E-E975-F2B8-28A23CD037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728F60D-58A8-D478-3BF2-CE41DBF849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CD61E7-C26F-8133-F207-4288526348B7}"/>
              </a:ext>
            </a:extLst>
          </p:cNvPr>
          <p:cNvSpPr>
            <a:spLocks noGrp="1"/>
          </p:cNvSpPr>
          <p:nvPr>
            <p:ph type="dt" sz="half" idx="10"/>
          </p:nvPr>
        </p:nvSpPr>
        <p:spPr/>
        <p:txBody>
          <a:bodyPr/>
          <a:lstStyle/>
          <a:p>
            <a:fld id="{E9C934F4-2E89-4F25-AC6E-BFA5E51231FB}" type="datetimeFigureOut">
              <a:rPr lang="en-IN" smtClean="0"/>
              <a:t>24-05-2026</a:t>
            </a:fld>
            <a:endParaRPr lang="en-IN"/>
          </a:p>
        </p:txBody>
      </p:sp>
      <p:sp>
        <p:nvSpPr>
          <p:cNvPr id="5" name="Footer Placeholder 4">
            <a:extLst>
              <a:ext uri="{FF2B5EF4-FFF2-40B4-BE49-F238E27FC236}">
                <a16:creationId xmlns:a16="http://schemas.microsoft.com/office/drawing/2014/main" id="{033780AA-AE26-12EC-F429-4E5B44A343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57F52F-FC24-9B43-DE2D-8940A6BA2093}"/>
              </a:ext>
            </a:extLst>
          </p:cNvPr>
          <p:cNvSpPr>
            <a:spLocks noGrp="1"/>
          </p:cNvSpPr>
          <p:nvPr>
            <p:ph type="sldNum" sz="quarter" idx="12"/>
          </p:nvPr>
        </p:nvSpPr>
        <p:spPr/>
        <p:txBody>
          <a:bodyPr/>
          <a:lstStyle/>
          <a:p>
            <a:fld id="{C8B1FEC4-D83D-477A-95A3-453A934B7ABD}" type="slidenum">
              <a:rPr lang="en-IN" smtClean="0"/>
              <a:t>‹#›</a:t>
            </a:fld>
            <a:endParaRPr lang="en-IN"/>
          </a:p>
        </p:txBody>
      </p:sp>
    </p:spTree>
    <p:extLst>
      <p:ext uri="{BB962C8B-B14F-4D97-AF65-F5344CB8AC3E}">
        <p14:creationId xmlns:p14="http://schemas.microsoft.com/office/powerpoint/2010/main" val="884645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E895D-4559-5B9A-695D-EDE6CF4C29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B797FF-75D6-5676-F85B-53DDFA430C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716754-DF5D-2B92-5D03-184160103338}"/>
              </a:ext>
            </a:extLst>
          </p:cNvPr>
          <p:cNvSpPr>
            <a:spLocks noGrp="1"/>
          </p:cNvSpPr>
          <p:nvPr>
            <p:ph type="dt" sz="half" idx="10"/>
          </p:nvPr>
        </p:nvSpPr>
        <p:spPr/>
        <p:txBody>
          <a:bodyPr/>
          <a:lstStyle/>
          <a:p>
            <a:fld id="{E9C934F4-2E89-4F25-AC6E-BFA5E51231FB}" type="datetimeFigureOut">
              <a:rPr lang="en-IN" smtClean="0"/>
              <a:t>24-05-2026</a:t>
            </a:fld>
            <a:endParaRPr lang="en-IN"/>
          </a:p>
        </p:txBody>
      </p:sp>
      <p:sp>
        <p:nvSpPr>
          <p:cNvPr id="5" name="Footer Placeholder 4">
            <a:extLst>
              <a:ext uri="{FF2B5EF4-FFF2-40B4-BE49-F238E27FC236}">
                <a16:creationId xmlns:a16="http://schemas.microsoft.com/office/drawing/2014/main" id="{E4AA5621-FCCA-EECF-5AA3-E582DB9D64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B3C302-D019-4E12-D7F1-0C1231E76ED2}"/>
              </a:ext>
            </a:extLst>
          </p:cNvPr>
          <p:cNvSpPr>
            <a:spLocks noGrp="1"/>
          </p:cNvSpPr>
          <p:nvPr>
            <p:ph type="sldNum" sz="quarter" idx="12"/>
          </p:nvPr>
        </p:nvSpPr>
        <p:spPr/>
        <p:txBody>
          <a:bodyPr/>
          <a:lstStyle/>
          <a:p>
            <a:fld id="{C8B1FEC4-D83D-477A-95A3-453A934B7ABD}" type="slidenum">
              <a:rPr lang="en-IN" smtClean="0"/>
              <a:t>‹#›</a:t>
            </a:fld>
            <a:endParaRPr lang="en-IN"/>
          </a:p>
        </p:txBody>
      </p:sp>
    </p:spTree>
    <p:extLst>
      <p:ext uri="{BB962C8B-B14F-4D97-AF65-F5344CB8AC3E}">
        <p14:creationId xmlns:p14="http://schemas.microsoft.com/office/powerpoint/2010/main" val="2490970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7063F-15AB-1936-9648-C485E11476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55C59A8-9D7D-5060-7F42-6F3679DDE3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837F24-8139-09FD-390C-50DEF6D87B7E}"/>
              </a:ext>
            </a:extLst>
          </p:cNvPr>
          <p:cNvSpPr>
            <a:spLocks noGrp="1"/>
          </p:cNvSpPr>
          <p:nvPr>
            <p:ph type="dt" sz="half" idx="10"/>
          </p:nvPr>
        </p:nvSpPr>
        <p:spPr/>
        <p:txBody>
          <a:bodyPr/>
          <a:lstStyle/>
          <a:p>
            <a:fld id="{E9C934F4-2E89-4F25-AC6E-BFA5E51231FB}" type="datetimeFigureOut">
              <a:rPr lang="en-IN" smtClean="0"/>
              <a:t>24-05-2026</a:t>
            </a:fld>
            <a:endParaRPr lang="en-IN"/>
          </a:p>
        </p:txBody>
      </p:sp>
      <p:sp>
        <p:nvSpPr>
          <p:cNvPr id="5" name="Footer Placeholder 4">
            <a:extLst>
              <a:ext uri="{FF2B5EF4-FFF2-40B4-BE49-F238E27FC236}">
                <a16:creationId xmlns:a16="http://schemas.microsoft.com/office/drawing/2014/main" id="{DAB60DEE-22CA-FD6A-8B82-5C7C025312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11C131-4507-D7E9-22EE-3F1C9809C4E1}"/>
              </a:ext>
            </a:extLst>
          </p:cNvPr>
          <p:cNvSpPr>
            <a:spLocks noGrp="1"/>
          </p:cNvSpPr>
          <p:nvPr>
            <p:ph type="sldNum" sz="quarter" idx="12"/>
          </p:nvPr>
        </p:nvSpPr>
        <p:spPr/>
        <p:txBody>
          <a:bodyPr/>
          <a:lstStyle/>
          <a:p>
            <a:fld id="{C8B1FEC4-D83D-477A-95A3-453A934B7ABD}" type="slidenum">
              <a:rPr lang="en-IN" smtClean="0"/>
              <a:t>‹#›</a:t>
            </a:fld>
            <a:endParaRPr lang="en-IN"/>
          </a:p>
        </p:txBody>
      </p:sp>
    </p:spTree>
    <p:extLst>
      <p:ext uri="{BB962C8B-B14F-4D97-AF65-F5344CB8AC3E}">
        <p14:creationId xmlns:p14="http://schemas.microsoft.com/office/powerpoint/2010/main" val="438837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4A314-C1D8-AEEC-D06D-CE594580E4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5E02DA-982F-95D6-4D13-D784914565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BBEABED-41DA-A3F4-9AC5-E15A138EEE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BEAB16-9AF0-3A6C-360A-52B3D62E82CF}"/>
              </a:ext>
            </a:extLst>
          </p:cNvPr>
          <p:cNvSpPr>
            <a:spLocks noGrp="1"/>
          </p:cNvSpPr>
          <p:nvPr>
            <p:ph type="dt" sz="half" idx="10"/>
          </p:nvPr>
        </p:nvSpPr>
        <p:spPr/>
        <p:txBody>
          <a:bodyPr/>
          <a:lstStyle/>
          <a:p>
            <a:fld id="{E9C934F4-2E89-4F25-AC6E-BFA5E51231FB}" type="datetimeFigureOut">
              <a:rPr lang="en-IN" smtClean="0"/>
              <a:t>24-05-2026</a:t>
            </a:fld>
            <a:endParaRPr lang="en-IN"/>
          </a:p>
        </p:txBody>
      </p:sp>
      <p:sp>
        <p:nvSpPr>
          <p:cNvPr id="6" name="Footer Placeholder 5">
            <a:extLst>
              <a:ext uri="{FF2B5EF4-FFF2-40B4-BE49-F238E27FC236}">
                <a16:creationId xmlns:a16="http://schemas.microsoft.com/office/drawing/2014/main" id="{9D2E4CCA-2373-F09E-4C9E-37C665FF1D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DDC44F-57AC-EB4C-7133-6F581CA928D5}"/>
              </a:ext>
            </a:extLst>
          </p:cNvPr>
          <p:cNvSpPr>
            <a:spLocks noGrp="1"/>
          </p:cNvSpPr>
          <p:nvPr>
            <p:ph type="sldNum" sz="quarter" idx="12"/>
          </p:nvPr>
        </p:nvSpPr>
        <p:spPr/>
        <p:txBody>
          <a:bodyPr/>
          <a:lstStyle/>
          <a:p>
            <a:fld id="{C8B1FEC4-D83D-477A-95A3-453A934B7ABD}" type="slidenum">
              <a:rPr lang="en-IN" smtClean="0"/>
              <a:t>‹#›</a:t>
            </a:fld>
            <a:endParaRPr lang="en-IN"/>
          </a:p>
        </p:txBody>
      </p:sp>
    </p:spTree>
    <p:extLst>
      <p:ext uri="{BB962C8B-B14F-4D97-AF65-F5344CB8AC3E}">
        <p14:creationId xmlns:p14="http://schemas.microsoft.com/office/powerpoint/2010/main" val="4248420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0DCE-FA8B-C2FA-73B6-605C2BDDB2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4C2C62-3FDD-649B-6BBE-7924080038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2AA722-83A7-8DD9-1770-F7979FF780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2FFBB9B-4D21-77CA-263D-5F475E9EC4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318DC5-9CE6-D48D-05CC-9FFEC0E453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367C36-A2E5-5670-1F22-06BD0277F28A}"/>
              </a:ext>
            </a:extLst>
          </p:cNvPr>
          <p:cNvSpPr>
            <a:spLocks noGrp="1"/>
          </p:cNvSpPr>
          <p:nvPr>
            <p:ph type="dt" sz="half" idx="10"/>
          </p:nvPr>
        </p:nvSpPr>
        <p:spPr/>
        <p:txBody>
          <a:bodyPr/>
          <a:lstStyle/>
          <a:p>
            <a:fld id="{E9C934F4-2E89-4F25-AC6E-BFA5E51231FB}" type="datetimeFigureOut">
              <a:rPr lang="en-IN" smtClean="0"/>
              <a:t>24-05-2026</a:t>
            </a:fld>
            <a:endParaRPr lang="en-IN"/>
          </a:p>
        </p:txBody>
      </p:sp>
      <p:sp>
        <p:nvSpPr>
          <p:cNvPr id="8" name="Footer Placeholder 7">
            <a:extLst>
              <a:ext uri="{FF2B5EF4-FFF2-40B4-BE49-F238E27FC236}">
                <a16:creationId xmlns:a16="http://schemas.microsoft.com/office/drawing/2014/main" id="{F36E7D45-C659-BF05-D18F-096F5CE9B0D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9A513C9-5D00-11C6-4274-229EEA1324EA}"/>
              </a:ext>
            </a:extLst>
          </p:cNvPr>
          <p:cNvSpPr>
            <a:spLocks noGrp="1"/>
          </p:cNvSpPr>
          <p:nvPr>
            <p:ph type="sldNum" sz="quarter" idx="12"/>
          </p:nvPr>
        </p:nvSpPr>
        <p:spPr/>
        <p:txBody>
          <a:bodyPr/>
          <a:lstStyle/>
          <a:p>
            <a:fld id="{C8B1FEC4-D83D-477A-95A3-453A934B7ABD}" type="slidenum">
              <a:rPr lang="en-IN" smtClean="0"/>
              <a:t>‹#›</a:t>
            </a:fld>
            <a:endParaRPr lang="en-IN"/>
          </a:p>
        </p:txBody>
      </p:sp>
    </p:spTree>
    <p:extLst>
      <p:ext uri="{BB962C8B-B14F-4D97-AF65-F5344CB8AC3E}">
        <p14:creationId xmlns:p14="http://schemas.microsoft.com/office/powerpoint/2010/main" val="2172904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FCD92-68E2-1C24-945A-486641FDBF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0CB9323-7E4C-6BE0-D628-4599CF086E38}"/>
              </a:ext>
            </a:extLst>
          </p:cNvPr>
          <p:cNvSpPr>
            <a:spLocks noGrp="1"/>
          </p:cNvSpPr>
          <p:nvPr>
            <p:ph type="dt" sz="half" idx="10"/>
          </p:nvPr>
        </p:nvSpPr>
        <p:spPr/>
        <p:txBody>
          <a:bodyPr/>
          <a:lstStyle/>
          <a:p>
            <a:fld id="{E9C934F4-2E89-4F25-AC6E-BFA5E51231FB}" type="datetimeFigureOut">
              <a:rPr lang="en-IN" smtClean="0"/>
              <a:t>24-05-2026</a:t>
            </a:fld>
            <a:endParaRPr lang="en-IN"/>
          </a:p>
        </p:txBody>
      </p:sp>
      <p:sp>
        <p:nvSpPr>
          <p:cNvPr id="4" name="Footer Placeholder 3">
            <a:extLst>
              <a:ext uri="{FF2B5EF4-FFF2-40B4-BE49-F238E27FC236}">
                <a16:creationId xmlns:a16="http://schemas.microsoft.com/office/drawing/2014/main" id="{E346C602-3A7B-0E84-54CB-ABD536C491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96AE96D-A77E-6A4F-5C61-A11B6B9F6761}"/>
              </a:ext>
            </a:extLst>
          </p:cNvPr>
          <p:cNvSpPr>
            <a:spLocks noGrp="1"/>
          </p:cNvSpPr>
          <p:nvPr>
            <p:ph type="sldNum" sz="quarter" idx="12"/>
          </p:nvPr>
        </p:nvSpPr>
        <p:spPr/>
        <p:txBody>
          <a:bodyPr/>
          <a:lstStyle/>
          <a:p>
            <a:fld id="{C8B1FEC4-D83D-477A-95A3-453A934B7ABD}" type="slidenum">
              <a:rPr lang="en-IN" smtClean="0"/>
              <a:t>‹#›</a:t>
            </a:fld>
            <a:endParaRPr lang="en-IN"/>
          </a:p>
        </p:txBody>
      </p:sp>
    </p:spTree>
    <p:extLst>
      <p:ext uri="{BB962C8B-B14F-4D97-AF65-F5344CB8AC3E}">
        <p14:creationId xmlns:p14="http://schemas.microsoft.com/office/powerpoint/2010/main" val="1374210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D28C0A-FEA6-C988-55EC-DEB812FE61E3}"/>
              </a:ext>
            </a:extLst>
          </p:cNvPr>
          <p:cNvSpPr>
            <a:spLocks noGrp="1"/>
          </p:cNvSpPr>
          <p:nvPr>
            <p:ph type="dt" sz="half" idx="10"/>
          </p:nvPr>
        </p:nvSpPr>
        <p:spPr/>
        <p:txBody>
          <a:bodyPr/>
          <a:lstStyle/>
          <a:p>
            <a:fld id="{E9C934F4-2E89-4F25-AC6E-BFA5E51231FB}" type="datetimeFigureOut">
              <a:rPr lang="en-IN" smtClean="0"/>
              <a:t>24-05-2026</a:t>
            </a:fld>
            <a:endParaRPr lang="en-IN"/>
          </a:p>
        </p:txBody>
      </p:sp>
      <p:sp>
        <p:nvSpPr>
          <p:cNvPr id="3" name="Footer Placeholder 2">
            <a:extLst>
              <a:ext uri="{FF2B5EF4-FFF2-40B4-BE49-F238E27FC236}">
                <a16:creationId xmlns:a16="http://schemas.microsoft.com/office/drawing/2014/main" id="{E24B12C7-A0CF-B8A3-51B6-12950F65C53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DE34942-4ADD-2468-F622-C13992942ACC}"/>
              </a:ext>
            </a:extLst>
          </p:cNvPr>
          <p:cNvSpPr>
            <a:spLocks noGrp="1"/>
          </p:cNvSpPr>
          <p:nvPr>
            <p:ph type="sldNum" sz="quarter" idx="12"/>
          </p:nvPr>
        </p:nvSpPr>
        <p:spPr/>
        <p:txBody>
          <a:bodyPr/>
          <a:lstStyle/>
          <a:p>
            <a:fld id="{C8B1FEC4-D83D-477A-95A3-453A934B7ABD}" type="slidenum">
              <a:rPr lang="en-IN" smtClean="0"/>
              <a:t>‹#›</a:t>
            </a:fld>
            <a:endParaRPr lang="en-IN"/>
          </a:p>
        </p:txBody>
      </p:sp>
    </p:spTree>
    <p:extLst>
      <p:ext uri="{BB962C8B-B14F-4D97-AF65-F5344CB8AC3E}">
        <p14:creationId xmlns:p14="http://schemas.microsoft.com/office/powerpoint/2010/main" val="3283382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01253-896A-F8E7-5916-E754D3C830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D9B61F-CCCE-2A59-917D-98A5A1D117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C142002-B028-2E5C-F70B-8E7DEFE6BA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FB4BA4-39E6-376A-9F60-84F420E68A71}"/>
              </a:ext>
            </a:extLst>
          </p:cNvPr>
          <p:cNvSpPr>
            <a:spLocks noGrp="1"/>
          </p:cNvSpPr>
          <p:nvPr>
            <p:ph type="dt" sz="half" idx="10"/>
          </p:nvPr>
        </p:nvSpPr>
        <p:spPr/>
        <p:txBody>
          <a:bodyPr/>
          <a:lstStyle/>
          <a:p>
            <a:fld id="{E9C934F4-2E89-4F25-AC6E-BFA5E51231FB}" type="datetimeFigureOut">
              <a:rPr lang="en-IN" smtClean="0"/>
              <a:t>24-05-2026</a:t>
            </a:fld>
            <a:endParaRPr lang="en-IN"/>
          </a:p>
        </p:txBody>
      </p:sp>
      <p:sp>
        <p:nvSpPr>
          <p:cNvPr id="6" name="Footer Placeholder 5">
            <a:extLst>
              <a:ext uri="{FF2B5EF4-FFF2-40B4-BE49-F238E27FC236}">
                <a16:creationId xmlns:a16="http://schemas.microsoft.com/office/drawing/2014/main" id="{0B5B4FC5-6E06-DA22-32A8-E68F8891DE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373EF0-2CB2-E24D-2B3B-27DDBCDB0EE2}"/>
              </a:ext>
            </a:extLst>
          </p:cNvPr>
          <p:cNvSpPr>
            <a:spLocks noGrp="1"/>
          </p:cNvSpPr>
          <p:nvPr>
            <p:ph type="sldNum" sz="quarter" idx="12"/>
          </p:nvPr>
        </p:nvSpPr>
        <p:spPr/>
        <p:txBody>
          <a:bodyPr/>
          <a:lstStyle/>
          <a:p>
            <a:fld id="{C8B1FEC4-D83D-477A-95A3-453A934B7ABD}" type="slidenum">
              <a:rPr lang="en-IN" smtClean="0"/>
              <a:t>‹#›</a:t>
            </a:fld>
            <a:endParaRPr lang="en-IN"/>
          </a:p>
        </p:txBody>
      </p:sp>
    </p:spTree>
    <p:extLst>
      <p:ext uri="{BB962C8B-B14F-4D97-AF65-F5344CB8AC3E}">
        <p14:creationId xmlns:p14="http://schemas.microsoft.com/office/powerpoint/2010/main" val="3742765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84A5F-8627-BA8B-44B8-9DFB7D3B13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312A926-0DF6-CBFB-D33F-7FA93DF87E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B5CDB62-FF50-18D8-8B2D-A32AA52CA2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CF26F4-6A70-1021-FCE5-557A010D77C3}"/>
              </a:ext>
            </a:extLst>
          </p:cNvPr>
          <p:cNvSpPr>
            <a:spLocks noGrp="1"/>
          </p:cNvSpPr>
          <p:nvPr>
            <p:ph type="dt" sz="half" idx="10"/>
          </p:nvPr>
        </p:nvSpPr>
        <p:spPr/>
        <p:txBody>
          <a:bodyPr/>
          <a:lstStyle/>
          <a:p>
            <a:fld id="{E9C934F4-2E89-4F25-AC6E-BFA5E51231FB}" type="datetimeFigureOut">
              <a:rPr lang="en-IN" smtClean="0"/>
              <a:t>24-05-2026</a:t>
            </a:fld>
            <a:endParaRPr lang="en-IN"/>
          </a:p>
        </p:txBody>
      </p:sp>
      <p:sp>
        <p:nvSpPr>
          <p:cNvPr id="6" name="Footer Placeholder 5">
            <a:extLst>
              <a:ext uri="{FF2B5EF4-FFF2-40B4-BE49-F238E27FC236}">
                <a16:creationId xmlns:a16="http://schemas.microsoft.com/office/drawing/2014/main" id="{40D1992B-CC7F-E3D6-DB7B-03A5ED7FAA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3C2BC1-5B4D-460B-B33C-CDD7CD41C8D7}"/>
              </a:ext>
            </a:extLst>
          </p:cNvPr>
          <p:cNvSpPr>
            <a:spLocks noGrp="1"/>
          </p:cNvSpPr>
          <p:nvPr>
            <p:ph type="sldNum" sz="quarter" idx="12"/>
          </p:nvPr>
        </p:nvSpPr>
        <p:spPr/>
        <p:txBody>
          <a:bodyPr/>
          <a:lstStyle/>
          <a:p>
            <a:fld id="{C8B1FEC4-D83D-477A-95A3-453A934B7ABD}" type="slidenum">
              <a:rPr lang="en-IN" smtClean="0"/>
              <a:t>‹#›</a:t>
            </a:fld>
            <a:endParaRPr lang="en-IN"/>
          </a:p>
        </p:txBody>
      </p:sp>
    </p:spTree>
    <p:extLst>
      <p:ext uri="{BB962C8B-B14F-4D97-AF65-F5344CB8AC3E}">
        <p14:creationId xmlns:p14="http://schemas.microsoft.com/office/powerpoint/2010/main" val="2484879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BE4AE-5FEC-3908-C13A-83611E1FD3A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E4DB5D-AFCE-F29E-5E9E-55E6A7BD26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0117BC-6077-BA42-AE3E-23BF005CE6C1}"/>
              </a:ext>
            </a:extLst>
          </p:cNvPr>
          <p:cNvSpPr>
            <a:spLocks noGrp="1"/>
          </p:cNvSpPr>
          <p:nvPr>
            <p:ph type="dt" sz="half" idx="10"/>
          </p:nvPr>
        </p:nvSpPr>
        <p:spPr/>
        <p:txBody>
          <a:bodyPr/>
          <a:lstStyle/>
          <a:p>
            <a:fld id="{E9C934F4-2E89-4F25-AC6E-BFA5E51231FB}" type="datetimeFigureOut">
              <a:rPr lang="en-IN" smtClean="0"/>
              <a:t>24-05-2026</a:t>
            </a:fld>
            <a:endParaRPr lang="en-IN"/>
          </a:p>
        </p:txBody>
      </p:sp>
      <p:sp>
        <p:nvSpPr>
          <p:cNvPr id="5" name="Footer Placeholder 4">
            <a:extLst>
              <a:ext uri="{FF2B5EF4-FFF2-40B4-BE49-F238E27FC236}">
                <a16:creationId xmlns:a16="http://schemas.microsoft.com/office/drawing/2014/main" id="{CD5E759A-6EA1-2A56-A937-4E280A02D1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BF3235-FDEF-F3FA-E9D7-E428189EBAE9}"/>
              </a:ext>
            </a:extLst>
          </p:cNvPr>
          <p:cNvSpPr>
            <a:spLocks noGrp="1"/>
          </p:cNvSpPr>
          <p:nvPr>
            <p:ph type="sldNum" sz="quarter" idx="12"/>
          </p:nvPr>
        </p:nvSpPr>
        <p:spPr/>
        <p:txBody>
          <a:bodyPr/>
          <a:lstStyle/>
          <a:p>
            <a:fld id="{C8B1FEC4-D83D-477A-95A3-453A934B7ABD}" type="slidenum">
              <a:rPr lang="en-IN" smtClean="0"/>
              <a:t>‹#›</a:t>
            </a:fld>
            <a:endParaRPr lang="en-IN"/>
          </a:p>
        </p:txBody>
      </p:sp>
    </p:spTree>
    <p:extLst>
      <p:ext uri="{BB962C8B-B14F-4D97-AF65-F5344CB8AC3E}">
        <p14:creationId xmlns:p14="http://schemas.microsoft.com/office/powerpoint/2010/main" val="3193715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9061A6-47A3-FAD6-87AB-6C7A694838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A1BE30-C7A4-1C28-E491-F09AB30E35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4AB46D-83DC-728F-5BE6-79C3349AB79A}"/>
              </a:ext>
            </a:extLst>
          </p:cNvPr>
          <p:cNvSpPr>
            <a:spLocks noGrp="1"/>
          </p:cNvSpPr>
          <p:nvPr>
            <p:ph type="dt" sz="half" idx="10"/>
          </p:nvPr>
        </p:nvSpPr>
        <p:spPr/>
        <p:txBody>
          <a:bodyPr/>
          <a:lstStyle/>
          <a:p>
            <a:fld id="{E9C934F4-2E89-4F25-AC6E-BFA5E51231FB}" type="datetimeFigureOut">
              <a:rPr lang="en-IN" smtClean="0"/>
              <a:t>24-05-2026</a:t>
            </a:fld>
            <a:endParaRPr lang="en-IN"/>
          </a:p>
        </p:txBody>
      </p:sp>
      <p:sp>
        <p:nvSpPr>
          <p:cNvPr id="5" name="Footer Placeholder 4">
            <a:extLst>
              <a:ext uri="{FF2B5EF4-FFF2-40B4-BE49-F238E27FC236}">
                <a16:creationId xmlns:a16="http://schemas.microsoft.com/office/drawing/2014/main" id="{1CA8A190-6428-2C2D-F294-9C8988E663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124A31-0A65-6785-312A-8965F9BFEC0A}"/>
              </a:ext>
            </a:extLst>
          </p:cNvPr>
          <p:cNvSpPr>
            <a:spLocks noGrp="1"/>
          </p:cNvSpPr>
          <p:nvPr>
            <p:ph type="sldNum" sz="quarter" idx="12"/>
          </p:nvPr>
        </p:nvSpPr>
        <p:spPr/>
        <p:txBody>
          <a:bodyPr/>
          <a:lstStyle/>
          <a:p>
            <a:fld id="{C8B1FEC4-D83D-477A-95A3-453A934B7ABD}" type="slidenum">
              <a:rPr lang="en-IN" smtClean="0"/>
              <a:t>‹#›</a:t>
            </a:fld>
            <a:endParaRPr lang="en-IN"/>
          </a:p>
        </p:txBody>
      </p:sp>
    </p:spTree>
    <p:extLst>
      <p:ext uri="{BB962C8B-B14F-4D97-AF65-F5344CB8AC3E}">
        <p14:creationId xmlns:p14="http://schemas.microsoft.com/office/powerpoint/2010/main" val="23716698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 IBM cov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08805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Video or imagery, inset">
    <p:spTree>
      <p:nvGrpSpPr>
        <p:cNvPr id="1" name=""/>
        <p:cNvGrpSpPr/>
        <p:nvPr/>
      </p:nvGrpSpPr>
      <p:grpSpPr>
        <a:xfrm>
          <a:off x="0" y="0"/>
          <a:ext cx="0" cy="0"/>
          <a:chOff x="0" y="0"/>
          <a:chExt cx="0" cy="0"/>
        </a:xfrm>
      </p:grpSpPr>
      <p:sp>
        <p:nvSpPr>
          <p:cNvPr id="533" name="Picture Placeholder 3"/>
          <p:cNvSpPr>
            <a:spLocks noGrp="1"/>
          </p:cNvSpPr>
          <p:nvPr>
            <p:ph type="pic" idx="21"/>
          </p:nvPr>
        </p:nvSpPr>
        <p:spPr>
          <a:xfrm>
            <a:off x="288925" y="285750"/>
            <a:ext cx="11613357" cy="6289675"/>
          </a:xfrm>
          <a:prstGeom prst="rect">
            <a:avLst/>
          </a:prstGeom>
        </p:spPr>
        <p:txBody>
          <a:bodyPr lIns="91439" tIns="45719" rIns="91439" bIns="45719"/>
          <a:lstStyle/>
          <a:p>
            <a:endParaRPr/>
          </a:p>
        </p:txBody>
      </p:sp>
      <p:sp>
        <p:nvSpPr>
          <p:cNvPr id="534" name="Slide Number"/>
          <p:cNvSpPr txBox="1">
            <a:spLocks noGrp="1"/>
          </p:cNvSpPr>
          <p:nvPr>
            <p:ph type="sldNum" sz="quarter" idx="2"/>
          </p:nvPr>
        </p:nvSpPr>
        <p:spPr>
          <a:xfrm>
            <a:off x="5892800" y="5988050"/>
            <a:ext cx="2844800" cy="368301"/>
          </a:xfrm>
          <a:prstGeom prst="rect">
            <a:avLst/>
          </a:prstGeom>
        </p:spPr>
        <p:txBody>
          <a:bodyPr anchor="b"/>
          <a:lstStyle/>
          <a:p>
            <a:fld id="{86CB4B4D-7CA3-9044-876B-883B54F8677D}" type="slidenum">
              <a:t>‹#›</a:t>
            </a:fld>
            <a:endParaRPr/>
          </a:p>
        </p:txBody>
      </p:sp>
    </p:spTree>
    <p:extLst>
      <p:ext uri="{BB962C8B-B14F-4D97-AF65-F5344CB8AC3E}">
        <p14:creationId xmlns:p14="http://schemas.microsoft.com/office/powerpoint/2010/main" val="3672431188"/>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Video or imagery, 3/4, inset">
    <p:spTree>
      <p:nvGrpSpPr>
        <p:cNvPr id="1" name=""/>
        <p:cNvGrpSpPr/>
        <p:nvPr/>
      </p:nvGrpSpPr>
      <p:grpSpPr>
        <a:xfrm>
          <a:off x="0" y="0"/>
          <a:ext cx="0" cy="0"/>
          <a:chOff x="0" y="0"/>
          <a:chExt cx="0" cy="0"/>
        </a:xfrm>
      </p:grpSpPr>
      <p:sp>
        <p:nvSpPr>
          <p:cNvPr id="514" name="Picture Placeholder 6"/>
          <p:cNvSpPr>
            <a:spLocks noGrp="1"/>
          </p:cNvSpPr>
          <p:nvPr>
            <p:ph type="pic" idx="21"/>
          </p:nvPr>
        </p:nvSpPr>
        <p:spPr>
          <a:xfrm>
            <a:off x="3333750" y="285750"/>
            <a:ext cx="8568532" cy="6289675"/>
          </a:xfrm>
          <a:prstGeom prst="rect">
            <a:avLst/>
          </a:prstGeom>
        </p:spPr>
        <p:txBody>
          <a:bodyPr lIns="91439" tIns="45719" rIns="91439" bIns="45719"/>
          <a:lstStyle/>
          <a:p>
            <a:endParaRPr/>
          </a:p>
        </p:txBody>
      </p:sp>
      <p:sp>
        <p:nvSpPr>
          <p:cNvPr id="515" name="Footer"/>
          <p:cNvSpPr txBox="1">
            <a:spLocks noGrp="1"/>
          </p:cNvSpPr>
          <p:nvPr>
            <p:ph type="body" sz="quarter" idx="22"/>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516" name="28/36/42pt headline, 3 lines maximum, sentence case"/>
          <p:cNvSpPr txBox="1">
            <a:spLocks noGrp="1"/>
          </p:cNvSpPr>
          <p:nvPr>
            <p:ph type="body" sz="quarter" idx="23"/>
          </p:nvPr>
        </p:nvSpPr>
        <p:spPr>
          <a:xfrm>
            <a:off x="285534" y="285902"/>
            <a:ext cx="2477781" cy="767063"/>
          </a:xfrm>
          <a:prstGeom prst="rect">
            <a:avLst/>
          </a:prstGeom>
        </p:spPr>
        <p:txBody>
          <a:bodyPr/>
          <a:lstStyle>
            <a:lvl1pPr defTabSz="1219200">
              <a:defRPr sz="1400"/>
            </a:lvl1pPr>
          </a:lstStyle>
          <a:p>
            <a:r>
              <a:t>28/36/42pt headline, 3 lines maximum, sentence case</a:t>
            </a:r>
          </a:p>
        </p:txBody>
      </p:sp>
      <p:sp>
        <p:nvSpPr>
          <p:cNvPr id="517" name="Text Placeholder 5"/>
          <p:cNvSpPr>
            <a:spLocks noGrp="1"/>
          </p:cNvSpPr>
          <p:nvPr>
            <p:ph type="body" sz="quarter" idx="24"/>
          </p:nvPr>
        </p:nvSpPr>
        <p:spPr>
          <a:xfrm>
            <a:off x="286062" y="1522133"/>
            <a:ext cx="2475707" cy="4569476"/>
          </a:xfrm>
          <a:prstGeom prst="rect">
            <a:avLst/>
          </a:prstGeom>
        </p:spPr>
        <p:txBody>
          <a:bodyPr/>
          <a:lstStyle>
            <a:lvl1pPr defTabSz="1219200">
              <a:defRPr sz="1400"/>
            </a:lvl1pPr>
          </a:lstStyle>
          <a:p>
            <a:r>
              <a:t>Lorem ipsum dolor sit amet donec quam felis ultricies nec pellentesque eu pretium quis sem. Nulla conset massa sed enim montes. </a:t>
            </a:r>
          </a:p>
        </p:txBody>
      </p:sp>
      <p:sp>
        <p:nvSpPr>
          <p:cNvPr id="518" name="Slide Number"/>
          <p:cNvSpPr txBox="1">
            <a:spLocks noGrp="1"/>
          </p:cNvSpPr>
          <p:nvPr>
            <p:ph type="sldNum" sz="quarter" idx="2"/>
          </p:nvPr>
        </p:nvSpPr>
        <p:spPr>
          <a:xfrm>
            <a:off x="5892800" y="5988050"/>
            <a:ext cx="2844800" cy="368301"/>
          </a:xfrm>
          <a:prstGeom prst="rect">
            <a:avLst/>
          </a:prstGeom>
        </p:spPr>
        <p:txBody>
          <a:bodyPr anchor="b"/>
          <a:lstStyle/>
          <a:p>
            <a:fld id="{86CB4B4D-7CA3-9044-876B-883B54F8677D}" type="slidenum">
              <a:t>‹#›</a:t>
            </a:fld>
            <a:endParaRPr/>
          </a:p>
        </p:txBody>
      </p:sp>
    </p:spTree>
    <p:extLst>
      <p:ext uri="{BB962C8B-B14F-4D97-AF65-F5344CB8AC3E}">
        <p14:creationId xmlns:p14="http://schemas.microsoft.com/office/powerpoint/2010/main" val="345748637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Callout, headline">
    <p:spTree>
      <p:nvGrpSpPr>
        <p:cNvPr id="1" name=""/>
        <p:cNvGrpSpPr/>
        <p:nvPr/>
      </p:nvGrpSpPr>
      <p:grpSpPr>
        <a:xfrm>
          <a:off x="0" y="0"/>
          <a:ext cx="0" cy="0"/>
          <a:chOff x="0" y="0"/>
          <a:chExt cx="0" cy="0"/>
        </a:xfrm>
      </p:grpSpPr>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05" name="Footer"/>
          <p:cNvSpPr txBox="1">
            <a:spLocks noGrp="1"/>
          </p:cNvSpPr>
          <p:nvPr>
            <p:ph type="body" sz="quarter" idx="21"/>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106" name="36/42/68/84pt headline,  3 lines maximum,  sentence case"/>
          <p:cNvSpPr txBox="1">
            <a:spLocks noGrp="1"/>
          </p:cNvSpPr>
          <p:nvPr>
            <p:ph type="body" sz="quarter" idx="22"/>
          </p:nvPr>
        </p:nvSpPr>
        <p:spPr>
          <a:xfrm>
            <a:off x="285750" y="160806"/>
            <a:ext cx="4937086" cy="2145630"/>
          </a:xfrm>
          <a:prstGeom prst="rect">
            <a:avLst/>
          </a:prstGeom>
        </p:spPr>
        <p:txBody>
          <a:bodyPr/>
          <a:lstStyle>
            <a:lvl1pPr defTabSz="1219200">
              <a:lnSpc>
                <a:spcPct val="90000"/>
              </a:lnSpc>
              <a:defRPr sz="6800"/>
            </a:lvl1pPr>
          </a:lstStyle>
          <a:p>
            <a:pPr defTabSz="2438400">
              <a:lnSpc>
                <a:spcPct val="90000"/>
              </a:lnSpc>
              <a:defRPr sz="6800"/>
            </a:pPr>
            <a:r>
              <a:t>36/42/68/84pt headline, </a:t>
            </a:r>
            <a:br/>
            <a:r>
              <a:t>3 lines maximum, </a:t>
            </a:r>
            <a:br/>
            <a:r>
              <a:t>sentence case</a:t>
            </a:r>
          </a:p>
        </p:txBody>
      </p:sp>
      <p:sp>
        <p:nvSpPr>
          <p:cNvPr id="107" name="“36/42/68/84pt quote or callout text, always use correct line spacing for the point size chosen, Del mint quibus eleniet et optatem nonsecero.”…"/>
          <p:cNvSpPr txBox="1">
            <a:spLocks noGrp="1"/>
          </p:cNvSpPr>
          <p:nvPr>
            <p:ph type="body" sz="half" idx="23"/>
          </p:nvPr>
        </p:nvSpPr>
        <p:spPr>
          <a:xfrm>
            <a:off x="6155039" y="160168"/>
            <a:ext cx="5749613" cy="4426287"/>
          </a:xfrm>
          <a:prstGeom prst="rect">
            <a:avLst/>
          </a:prstGeom>
        </p:spPr>
        <p:txBody>
          <a:bodyPr/>
          <a:lstStyle>
            <a:lvl1pPr marL="212725" indent="-190500" defTabSz="1219200">
              <a:lnSpc>
                <a:spcPct val="90000"/>
              </a:lnSpc>
              <a:defRPr sz="2800"/>
            </a:lvl1pPr>
          </a:lstStyle>
          <a:p>
            <a:pPr marL="380999" indent="-380999" defTabSz="2438400">
              <a:lnSpc>
                <a:spcPct val="90000"/>
              </a:lnSpc>
              <a:defRPr sz="6800"/>
            </a:pPr>
            <a:r>
              <a:t>“36/42/68/84pt quote or callout text, always use correct line spacing for the point size chosen, Del mint quibus eleniet et optatem nonsecero.”</a:t>
            </a:r>
          </a:p>
          <a:p>
            <a:pPr marL="431597" indent="-381000" defTabSz="2438400">
              <a:lnSpc>
                <a:spcPct val="90000"/>
              </a:lnSpc>
              <a:defRPr sz="6800"/>
            </a:pPr>
            <a:br>
              <a:rPr sz="1400"/>
            </a:br>
            <a:r>
              <a:rPr sz="1400"/>
              <a:t>28/36pt author attribution</a:t>
            </a:r>
          </a:p>
          <a:p>
            <a:pPr marL="425450" defTabSz="2438400">
              <a:defRPr sz="2800"/>
            </a:pPr>
            <a:r>
              <a:t>Firstname Lastname</a:t>
            </a:r>
          </a:p>
        </p:txBody>
      </p:sp>
    </p:spTree>
    <p:extLst>
      <p:ext uri="{BB962C8B-B14F-4D97-AF65-F5344CB8AC3E}">
        <p14:creationId xmlns:p14="http://schemas.microsoft.com/office/powerpoint/2010/main" val="350323026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Cover, imagery">
    <p:spTree>
      <p:nvGrpSpPr>
        <p:cNvPr id="1" name=""/>
        <p:cNvGrpSpPr/>
        <p:nvPr/>
      </p:nvGrpSpPr>
      <p:grpSpPr>
        <a:xfrm>
          <a:off x="0" y="0"/>
          <a:ext cx="0" cy="0"/>
          <a:chOff x="0" y="0"/>
          <a:chExt cx="0" cy="0"/>
        </a:xfrm>
      </p:grpSpPr>
      <p:sp>
        <p:nvSpPr>
          <p:cNvPr id="11" name="Picture Placeholder 4"/>
          <p:cNvSpPr>
            <a:spLocks noGrp="1"/>
          </p:cNvSpPr>
          <p:nvPr>
            <p:ph type="pic" idx="21"/>
          </p:nvPr>
        </p:nvSpPr>
        <p:spPr>
          <a:xfrm>
            <a:off x="0" y="-1"/>
            <a:ext cx="12193588" cy="6097588"/>
          </a:xfrm>
          <a:prstGeom prst="rect">
            <a:avLst/>
          </a:prstGeom>
        </p:spPr>
        <p:txBody>
          <a:bodyPr lIns="91439" tIns="45719" rIns="91439" bIns="45719"/>
          <a:lstStyle/>
          <a:p>
            <a:endParaRPr/>
          </a:p>
        </p:txBody>
      </p:sp>
      <p:sp>
        <p:nvSpPr>
          <p:cNvPr id="12" name="68/84/132pt title,  5 lines maximum,  sentence case"/>
          <p:cNvSpPr txBox="1">
            <a:spLocks noGrp="1"/>
          </p:cNvSpPr>
          <p:nvPr>
            <p:ph type="body" sz="half" idx="22"/>
          </p:nvPr>
        </p:nvSpPr>
        <p:spPr>
          <a:xfrm>
            <a:off x="284964" y="125809"/>
            <a:ext cx="5526530" cy="3693664"/>
          </a:xfrm>
          <a:prstGeom prst="rect">
            <a:avLst/>
          </a:prstGeom>
        </p:spPr>
        <p:txBody>
          <a:bodyPr/>
          <a:lstStyle>
            <a:lvl1pPr defTabSz="1219200">
              <a:lnSpc>
                <a:spcPct val="90000"/>
              </a:lnSpc>
              <a:defRPr sz="8400"/>
            </a:lvl1pPr>
          </a:lstStyle>
          <a:p>
            <a:pPr defTabSz="2438400">
              <a:lnSpc>
                <a:spcPct val="90000"/>
              </a:lnSpc>
              <a:defRPr sz="8400"/>
            </a:pPr>
            <a:r>
              <a:t>68/84/132pt title, </a:t>
            </a:r>
            <a:br/>
            <a:r>
              <a:t>5 lines maximum, </a:t>
            </a:r>
            <a:br/>
            <a:r>
              <a:t>sentence case</a:t>
            </a:r>
          </a:p>
        </p:txBody>
      </p:sp>
      <p:sp>
        <p:nvSpPr>
          <p:cNvPr id="13" name="email.address@ibm.com…"/>
          <p:cNvSpPr txBox="1">
            <a:spLocks noGrp="1"/>
          </p:cNvSpPr>
          <p:nvPr>
            <p:ph type="body" sz="quarter" idx="23"/>
          </p:nvPr>
        </p:nvSpPr>
        <p:spPr>
          <a:xfrm>
            <a:off x="3332007" y="6201134"/>
            <a:ext cx="2476128" cy="412963"/>
          </a:xfrm>
          <a:prstGeom prst="rect">
            <a:avLst/>
          </a:prstGeom>
        </p:spPr>
        <p:txBody>
          <a:bodyPr anchor="b"/>
          <a:lstStyle>
            <a:lvl1pPr defTabSz="1219200">
              <a:defRPr sz="2400"/>
            </a:lvl1pPr>
          </a:lstStyle>
          <a:p>
            <a:pPr defTabSz="2438400">
              <a:defRPr sz="2400"/>
            </a:pPr>
            <a:r>
              <a:rPr u="sng">
                <a:solidFill>
                  <a:schemeClr val="accent1"/>
                </a:solidFill>
                <a:uFill>
                  <a:solidFill>
                    <a:schemeClr val="accent1"/>
                  </a:solidFill>
                </a:uFill>
                <a:hlinkClick r:id="rId2"/>
              </a:rPr>
              <a:t>email.address@ibm.com</a:t>
            </a:r>
          </a:p>
          <a:p>
            <a:pPr defTabSz="2438400">
              <a:defRPr sz="2400"/>
            </a:pPr>
            <a:r>
              <a:t>123.456.7890</a:t>
            </a:r>
          </a:p>
        </p:txBody>
      </p:sp>
      <p:pic>
        <p:nvPicPr>
          <p:cNvPr id="14" name="Image" descr="Image"/>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1182637" y="6286500"/>
            <a:ext cx="771958" cy="288037"/>
          </a:xfrm>
          <a:prstGeom prst="rect">
            <a:avLst/>
          </a:prstGeom>
          <a:ln w="12700">
            <a:miter lim="400000"/>
          </a:ln>
        </p:spPr>
      </p:pic>
      <p:sp>
        <p:nvSpPr>
          <p:cNvPr id="15" name="Firstname Lastname Job Title"/>
          <p:cNvSpPr txBox="1">
            <a:spLocks noGrp="1"/>
          </p:cNvSpPr>
          <p:nvPr>
            <p:ph type="body" sz="quarter" idx="24"/>
          </p:nvPr>
        </p:nvSpPr>
        <p:spPr>
          <a:xfrm>
            <a:off x="285534" y="6105992"/>
            <a:ext cx="2475336" cy="510921"/>
          </a:xfrm>
          <a:prstGeom prst="rect">
            <a:avLst/>
          </a:prstGeom>
        </p:spPr>
        <p:txBody>
          <a:bodyPr anchor="b"/>
          <a:lstStyle>
            <a:lvl1pPr defTabSz="1219200">
              <a:defRPr sz="2400"/>
            </a:lvl1pPr>
          </a:lstStyle>
          <a:p>
            <a:pPr defTabSz="2438400">
              <a:defRPr sz="2400"/>
            </a:pPr>
            <a:r>
              <a:t>Firstname Lastname</a:t>
            </a:r>
            <a:br/>
            <a:r>
              <a:t>Job Title</a:t>
            </a:r>
          </a:p>
        </p:txBody>
      </p:sp>
      <p:sp>
        <p:nvSpPr>
          <p:cNvPr id="16" name="Slide Number"/>
          <p:cNvSpPr txBox="1">
            <a:spLocks noGrp="1"/>
          </p:cNvSpPr>
          <p:nvPr>
            <p:ph type="sldNum" sz="quarter" idx="2"/>
          </p:nvPr>
        </p:nvSpPr>
        <p:spPr>
          <a:xfrm>
            <a:off x="8602948" y="6233240"/>
            <a:ext cx="134652" cy="123111"/>
          </a:xfrm>
          <a:prstGeom prst="rect">
            <a:avLst/>
          </a:prstGeom>
        </p:spPr>
        <p:txBody>
          <a:bodyPr anchor="b"/>
          <a:lstStyle/>
          <a:p>
            <a:fld id="{86CB4B4D-7CA3-9044-876B-883B54F8677D}" type="slidenum">
              <a:t>‹#›</a:t>
            </a:fld>
            <a:endParaRPr/>
          </a:p>
        </p:txBody>
      </p:sp>
    </p:spTree>
    <p:extLst>
      <p:ext uri="{BB962C8B-B14F-4D97-AF65-F5344CB8AC3E}">
        <p14:creationId xmlns:p14="http://schemas.microsoft.com/office/powerpoint/2010/main" val="304709285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Cover, cyan">
    <p:spTree>
      <p:nvGrpSpPr>
        <p:cNvPr id="1" name=""/>
        <p:cNvGrpSpPr/>
        <p:nvPr/>
      </p:nvGrpSpPr>
      <p:grpSpPr>
        <a:xfrm>
          <a:off x="0" y="0"/>
          <a:ext cx="0" cy="0"/>
          <a:chOff x="0" y="0"/>
          <a:chExt cx="0" cy="0"/>
        </a:xfrm>
      </p:grpSpPr>
      <p:sp>
        <p:nvSpPr>
          <p:cNvPr id="23" name="Rectangle 2"/>
          <p:cNvSpPr/>
          <p:nvPr/>
        </p:nvSpPr>
        <p:spPr>
          <a:xfrm>
            <a:off x="1" y="-1"/>
            <a:ext cx="12193587" cy="6091461"/>
          </a:xfrm>
          <a:prstGeom prst="rect">
            <a:avLst/>
          </a:prstGeom>
          <a:solidFill>
            <a:srgbClr val="E5F6FF"/>
          </a:solidFill>
          <a:ln w="12700">
            <a:miter lim="400000"/>
          </a:ln>
        </p:spPr>
        <p:txBody>
          <a:bodyPr tIns="45720" bIns="45720"/>
          <a:lstStyle/>
          <a:p>
            <a:pPr defTabSz="457200">
              <a:defRPr sz="1400"/>
            </a:pPr>
            <a:endParaRPr sz="700"/>
          </a:p>
        </p:txBody>
      </p:sp>
      <p:pic>
        <p:nvPicPr>
          <p:cNvPr id="24"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82637" y="6286500"/>
            <a:ext cx="771958" cy="288037"/>
          </a:xfrm>
          <a:prstGeom prst="rect">
            <a:avLst/>
          </a:prstGeom>
          <a:ln w="12700">
            <a:miter lim="400000"/>
          </a:ln>
        </p:spPr>
      </p:pic>
      <p:sp>
        <p:nvSpPr>
          <p:cNvPr id="25" name="68/84/132pt title,  5 lines maximum,  sentence case"/>
          <p:cNvSpPr txBox="1">
            <a:spLocks noGrp="1"/>
          </p:cNvSpPr>
          <p:nvPr>
            <p:ph type="body" sz="half" idx="21"/>
          </p:nvPr>
        </p:nvSpPr>
        <p:spPr>
          <a:xfrm>
            <a:off x="284964" y="125809"/>
            <a:ext cx="5526530" cy="3692860"/>
          </a:xfrm>
          <a:prstGeom prst="rect">
            <a:avLst/>
          </a:prstGeom>
        </p:spPr>
        <p:txBody>
          <a:bodyPr/>
          <a:lstStyle>
            <a:lvl1pPr defTabSz="1219200">
              <a:lnSpc>
                <a:spcPct val="90000"/>
              </a:lnSpc>
              <a:defRPr sz="8400"/>
            </a:lvl1pPr>
          </a:lstStyle>
          <a:p>
            <a:pPr defTabSz="2438400">
              <a:lnSpc>
                <a:spcPct val="90000"/>
              </a:lnSpc>
              <a:defRPr sz="8400"/>
            </a:pPr>
            <a:r>
              <a:t>68/84/132pt title, </a:t>
            </a:r>
            <a:br/>
            <a:r>
              <a:t>5 lines maximum, </a:t>
            </a:r>
            <a:br/>
            <a:r>
              <a:t>sentence case</a:t>
            </a:r>
          </a:p>
        </p:txBody>
      </p:sp>
      <p:sp>
        <p:nvSpPr>
          <p:cNvPr id="26" name="email.address@ibm.com…"/>
          <p:cNvSpPr txBox="1">
            <a:spLocks noGrp="1"/>
          </p:cNvSpPr>
          <p:nvPr>
            <p:ph type="body" sz="quarter" idx="22"/>
          </p:nvPr>
        </p:nvSpPr>
        <p:spPr>
          <a:xfrm>
            <a:off x="3332007" y="6201134"/>
            <a:ext cx="2476128" cy="412963"/>
          </a:xfrm>
          <a:prstGeom prst="rect">
            <a:avLst/>
          </a:prstGeom>
        </p:spPr>
        <p:txBody>
          <a:bodyPr anchor="b"/>
          <a:lstStyle>
            <a:lvl1pPr defTabSz="1219200">
              <a:defRPr sz="2400"/>
            </a:lvl1pPr>
          </a:lstStyle>
          <a:p>
            <a:pPr defTabSz="2438400">
              <a:defRPr sz="2400"/>
            </a:pPr>
            <a:r>
              <a:rPr u="sng">
                <a:solidFill>
                  <a:schemeClr val="accent1"/>
                </a:solidFill>
                <a:uFill>
                  <a:solidFill>
                    <a:schemeClr val="accent1"/>
                  </a:solidFill>
                </a:uFill>
                <a:hlinkClick r:id="rId3"/>
              </a:rPr>
              <a:t>email.address@ibm.com</a:t>
            </a:r>
          </a:p>
          <a:p>
            <a:pPr defTabSz="2438400">
              <a:defRPr sz="2400"/>
            </a:pPr>
            <a:r>
              <a:t>123.456.7890</a:t>
            </a:r>
          </a:p>
        </p:txBody>
      </p:sp>
      <p:sp>
        <p:nvSpPr>
          <p:cNvPr id="27" name="Firstname Lastname Job Title"/>
          <p:cNvSpPr txBox="1">
            <a:spLocks noGrp="1"/>
          </p:cNvSpPr>
          <p:nvPr>
            <p:ph type="body" sz="quarter" idx="23"/>
          </p:nvPr>
        </p:nvSpPr>
        <p:spPr>
          <a:xfrm>
            <a:off x="285534" y="6105992"/>
            <a:ext cx="2475336" cy="510921"/>
          </a:xfrm>
          <a:prstGeom prst="rect">
            <a:avLst/>
          </a:prstGeom>
        </p:spPr>
        <p:txBody>
          <a:bodyPr anchor="b"/>
          <a:lstStyle>
            <a:lvl1pPr defTabSz="1219200">
              <a:defRPr sz="2400"/>
            </a:lvl1pPr>
          </a:lstStyle>
          <a:p>
            <a:pPr defTabSz="2438400">
              <a:defRPr sz="2400"/>
            </a:pPr>
            <a:r>
              <a:t>Firstname Lastname</a:t>
            </a:r>
            <a:br/>
            <a:r>
              <a:t>Job Title</a:t>
            </a:r>
          </a:p>
        </p:txBody>
      </p:sp>
      <p:sp>
        <p:nvSpPr>
          <p:cNvPr id="28" name="Slide Number"/>
          <p:cNvSpPr txBox="1">
            <a:spLocks noGrp="1"/>
          </p:cNvSpPr>
          <p:nvPr>
            <p:ph type="sldNum" sz="quarter" idx="2"/>
          </p:nvPr>
        </p:nvSpPr>
        <p:spPr>
          <a:xfrm>
            <a:off x="8602948" y="6233240"/>
            <a:ext cx="134652" cy="123111"/>
          </a:xfrm>
          <a:prstGeom prst="rect">
            <a:avLst/>
          </a:prstGeom>
        </p:spPr>
        <p:txBody>
          <a:bodyPr anchor="b"/>
          <a:lstStyle/>
          <a:p>
            <a:fld id="{86CB4B4D-7CA3-9044-876B-883B54F8677D}" type="slidenum">
              <a:t>‹#›</a:t>
            </a:fld>
            <a:endParaRPr/>
          </a:p>
        </p:txBody>
      </p:sp>
    </p:spTree>
    <p:extLst>
      <p:ext uri="{BB962C8B-B14F-4D97-AF65-F5344CB8AC3E}">
        <p14:creationId xmlns:p14="http://schemas.microsoft.com/office/powerpoint/2010/main" val="2858098525"/>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Cover, plain">
    <p:spTree>
      <p:nvGrpSpPr>
        <p:cNvPr id="1" name=""/>
        <p:cNvGrpSpPr/>
        <p:nvPr/>
      </p:nvGrpSpPr>
      <p:grpSpPr>
        <a:xfrm>
          <a:off x="0" y="0"/>
          <a:ext cx="0" cy="0"/>
          <a:chOff x="0" y="0"/>
          <a:chExt cx="0" cy="0"/>
        </a:xfrm>
      </p:grpSpPr>
      <p:pic>
        <p:nvPicPr>
          <p:cNvPr id="35"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82637" y="6286500"/>
            <a:ext cx="771958" cy="288037"/>
          </a:xfrm>
          <a:prstGeom prst="rect">
            <a:avLst/>
          </a:prstGeom>
          <a:ln w="12700">
            <a:miter lim="400000"/>
          </a:ln>
        </p:spPr>
      </p:pic>
      <p:sp>
        <p:nvSpPr>
          <p:cNvPr id="36" name="68/84/132pt title,  5 lines maximum,  sentence case…"/>
          <p:cNvSpPr txBox="1">
            <a:spLocks noGrp="1"/>
          </p:cNvSpPr>
          <p:nvPr>
            <p:ph type="body" sz="half" idx="21"/>
          </p:nvPr>
        </p:nvSpPr>
        <p:spPr>
          <a:xfrm>
            <a:off x="284964" y="125809"/>
            <a:ext cx="5526530" cy="5216372"/>
          </a:xfrm>
          <a:prstGeom prst="rect">
            <a:avLst/>
          </a:prstGeom>
        </p:spPr>
        <p:txBody>
          <a:bodyPr/>
          <a:lstStyle>
            <a:lvl1pPr defTabSz="228600">
              <a:lnSpc>
                <a:spcPct val="90000"/>
              </a:lnSpc>
              <a:defRPr sz="2800"/>
            </a:lvl1pPr>
          </a:lstStyle>
          <a:p>
            <a:pPr defTabSz="2438400">
              <a:lnSpc>
                <a:spcPct val="90000"/>
              </a:lnSpc>
              <a:defRPr sz="8400"/>
            </a:pPr>
            <a:r>
              <a:t>68/84/132pt title, </a:t>
            </a:r>
            <a:br/>
            <a:r>
              <a:t>5 lines maximum, </a:t>
            </a:r>
            <a:br/>
            <a:r>
              <a:t>sentence case</a:t>
            </a:r>
          </a:p>
          <a:p>
            <a:pPr defTabSz="457200">
              <a:defRPr sz="2800"/>
            </a:pPr>
            <a:r>
              <a:t> </a:t>
            </a:r>
          </a:p>
          <a:p>
            <a:pPr defTabSz="457200">
              <a:defRPr sz="2800"/>
            </a:pPr>
            <a:r>
              <a:t>28/36pt subhead or</a:t>
            </a:r>
            <a:br/>
            <a:r>
              <a:t>presenter name and job title</a:t>
            </a:r>
          </a:p>
        </p:txBody>
      </p:sp>
      <p:sp>
        <p:nvSpPr>
          <p:cNvPr id="37" name="Slide Number"/>
          <p:cNvSpPr txBox="1">
            <a:spLocks noGrp="1"/>
          </p:cNvSpPr>
          <p:nvPr>
            <p:ph type="sldNum" sz="quarter" idx="2"/>
          </p:nvPr>
        </p:nvSpPr>
        <p:spPr>
          <a:xfrm>
            <a:off x="8602948" y="6233240"/>
            <a:ext cx="134652" cy="123111"/>
          </a:xfrm>
          <a:prstGeom prst="rect">
            <a:avLst/>
          </a:prstGeom>
        </p:spPr>
        <p:txBody>
          <a:bodyPr anchor="b"/>
          <a:lstStyle/>
          <a:p>
            <a:fld id="{86CB4B4D-7CA3-9044-876B-883B54F8677D}" type="slidenum">
              <a:t>‹#›</a:t>
            </a:fld>
            <a:endParaRPr/>
          </a:p>
        </p:txBody>
      </p:sp>
    </p:spTree>
    <p:extLst>
      <p:ext uri="{BB962C8B-B14F-4D97-AF65-F5344CB8AC3E}">
        <p14:creationId xmlns:p14="http://schemas.microsoft.com/office/powerpoint/2010/main" val="4118640682"/>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Cover, plain, label">
    <p:spTree>
      <p:nvGrpSpPr>
        <p:cNvPr id="1" name=""/>
        <p:cNvGrpSpPr/>
        <p:nvPr/>
      </p:nvGrpSpPr>
      <p:grpSpPr>
        <a:xfrm>
          <a:off x="0" y="0"/>
          <a:ext cx="0" cy="0"/>
          <a:chOff x="0" y="0"/>
          <a:chExt cx="0" cy="0"/>
        </a:xfrm>
      </p:grpSpPr>
      <p:pic>
        <p:nvPicPr>
          <p:cNvPr id="44"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82637" y="6286500"/>
            <a:ext cx="771958" cy="288037"/>
          </a:xfrm>
          <a:prstGeom prst="rect">
            <a:avLst/>
          </a:prstGeom>
          <a:ln w="12700">
            <a:miter lim="400000"/>
          </a:ln>
        </p:spPr>
      </p:pic>
      <p:sp>
        <p:nvSpPr>
          <p:cNvPr id="45" name="68/84/132pt title,  5 lines maximum,  sentence case"/>
          <p:cNvSpPr txBox="1">
            <a:spLocks noGrp="1"/>
          </p:cNvSpPr>
          <p:nvPr>
            <p:ph type="body" sz="half" idx="21"/>
          </p:nvPr>
        </p:nvSpPr>
        <p:spPr>
          <a:xfrm>
            <a:off x="284964" y="125809"/>
            <a:ext cx="5526530" cy="5219550"/>
          </a:xfrm>
          <a:prstGeom prst="rect">
            <a:avLst/>
          </a:prstGeom>
        </p:spPr>
        <p:txBody>
          <a:bodyPr/>
          <a:lstStyle>
            <a:lvl1pPr defTabSz="1219200">
              <a:lnSpc>
                <a:spcPct val="90000"/>
              </a:lnSpc>
              <a:defRPr sz="8400"/>
            </a:lvl1pPr>
          </a:lstStyle>
          <a:p>
            <a:pPr defTabSz="2438400">
              <a:lnSpc>
                <a:spcPct val="90000"/>
              </a:lnSpc>
              <a:defRPr sz="8400"/>
            </a:pPr>
            <a:r>
              <a:t>68/84/132pt title, </a:t>
            </a:r>
            <a:br/>
            <a:r>
              <a:t>5 lines maximum, </a:t>
            </a:r>
            <a:br/>
            <a:r>
              <a:t>sentence case</a:t>
            </a:r>
          </a:p>
        </p:txBody>
      </p:sp>
      <p:sp>
        <p:nvSpPr>
          <p:cNvPr id="46" name="28pt, 1 line maximum"/>
          <p:cNvSpPr txBox="1">
            <a:spLocks noGrp="1"/>
          </p:cNvSpPr>
          <p:nvPr>
            <p:ph type="body" sz="quarter" idx="22"/>
          </p:nvPr>
        </p:nvSpPr>
        <p:spPr>
          <a:xfrm>
            <a:off x="283682" y="6386981"/>
            <a:ext cx="5529095" cy="234951"/>
          </a:xfrm>
          <a:prstGeom prst="rect">
            <a:avLst/>
          </a:prstGeom>
        </p:spPr>
        <p:txBody>
          <a:bodyPr anchor="b"/>
          <a:lstStyle>
            <a:lvl1pPr defTabSz="1219200">
              <a:defRPr sz="1400"/>
            </a:lvl1pPr>
          </a:lstStyle>
          <a:p>
            <a:r>
              <a:t>28pt, 1 line maximum</a:t>
            </a:r>
          </a:p>
        </p:txBody>
      </p:sp>
      <p:sp>
        <p:nvSpPr>
          <p:cNvPr id="47" name="Slide Number"/>
          <p:cNvSpPr txBox="1">
            <a:spLocks noGrp="1"/>
          </p:cNvSpPr>
          <p:nvPr>
            <p:ph type="sldNum" sz="quarter" idx="2"/>
          </p:nvPr>
        </p:nvSpPr>
        <p:spPr>
          <a:xfrm>
            <a:off x="8602948" y="6233240"/>
            <a:ext cx="134652" cy="123111"/>
          </a:xfrm>
          <a:prstGeom prst="rect">
            <a:avLst/>
          </a:prstGeom>
        </p:spPr>
        <p:txBody>
          <a:bodyPr anchor="b"/>
          <a:lstStyle/>
          <a:p>
            <a:fld id="{86CB4B4D-7CA3-9044-876B-883B54F8677D}" type="slidenum">
              <a:t>‹#›</a:t>
            </a:fld>
            <a:endParaRPr/>
          </a:p>
        </p:txBody>
      </p:sp>
    </p:spTree>
    <p:extLst>
      <p:ext uri="{BB962C8B-B14F-4D97-AF65-F5344CB8AC3E}">
        <p14:creationId xmlns:p14="http://schemas.microsoft.com/office/powerpoint/2010/main" val="3450142135"/>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Cover, imagery, half ">
    <p:spTree>
      <p:nvGrpSpPr>
        <p:cNvPr id="1" name=""/>
        <p:cNvGrpSpPr/>
        <p:nvPr/>
      </p:nvGrpSpPr>
      <p:grpSpPr>
        <a:xfrm>
          <a:off x="0" y="0"/>
          <a:ext cx="0" cy="0"/>
          <a:chOff x="0" y="0"/>
          <a:chExt cx="0" cy="0"/>
        </a:xfrm>
      </p:grpSpPr>
      <p:sp>
        <p:nvSpPr>
          <p:cNvPr id="54" name="Picture Placeholder 6"/>
          <p:cNvSpPr>
            <a:spLocks noGrp="1"/>
          </p:cNvSpPr>
          <p:nvPr>
            <p:ph type="pic" idx="21"/>
          </p:nvPr>
        </p:nvSpPr>
        <p:spPr>
          <a:xfrm>
            <a:off x="6381750" y="284956"/>
            <a:ext cx="5521567" cy="6290126"/>
          </a:xfrm>
          <a:prstGeom prst="rect">
            <a:avLst/>
          </a:prstGeom>
        </p:spPr>
        <p:txBody>
          <a:bodyPr lIns="91439" tIns="45719" rIns="91439" bIns="45719"/>
          <a:lstStyle/>
          <a:p>
            <a:endParaRPr/>
          </a:p>
        </p:txBody>
      </p:sp>
      <p:pic>
        <p:nvPicPr>
          <p:cNvPr id="55"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87546" y="6286500"/>
            <a:ext cx="771958" cy="288037"/>
          </a:xfrm>
          <a:prstGeom prst="rect">
            <a:avLst/>
          </a:prstGeom>
          <a:ln w="12700">
            <a:miter lim="400000"/>
          </a:ln>
        </p:spPr>
      </p:pic>
      <p:sp>
        <p:nvSpPr>
          <p:cNvPr id="56" name="68/84/132pt title,  5 lines maximum,  sentence case…"/>
          <p:cNvSpPr txBox="1">
            <a:spLocks noGrp="1"/>
          </p:cNvSpPr>
          <p:nvPr>
            <p:ph type="body" sz="half" idx="22"/>
          </p:nvPr>
        </p:nvSpPr>
        <p:spPr>
          <a:xfrm>
            <a:off x="284964" y="125809"/>
            <a:ext cx="5526530" cy="5216372"/>
          </a:xfrm>
          <a:prstGeom prst="rect">
            <a:avLst/>
          </a:prstGeom>
        </p:spPr>
        <p:txBody>
          <a:bodyPr/>
          <a:lstStyle>
            <a:lvl1pPr defTabSz="228600">
              <a:lnSpc>
                <a:spcPct val="90000"/>
              </a:lnSpc>
              <a:defRPr sz="2800"/>
            </a:lvl1pPr>
          </a:lstStyle>
          <a:p>
            <a:pPr defTabSz="2438400">
              <a:lnSpc>
                <a:spcPct val="90000"/>
              </a:lnSpc>
              <a:defRPr sz="8400"/>
            </a:pPr>
            <a:r>
              <a:t>68/84/132pt title, </a:t>
            </a:r>
            <a:br/>
            <a:r>
              <a:t>5 lines maximum, </a:t>
            </a:r>
            <a:br/>
            <a:r>
              <a:t>sentence case</a:t>
            </a:r>
          </a:p>
          <a:p>
            <a:pPr defTabSz="457200">
              <a:defRPr sz="2800"/>
            </a:pPr>
            <a:r>
              <a:t> </a:t>
            </a:r>
          </a:p>
          <a:p>
            <a:pPr defTabSz="457200">
              <a:defRPr sz="2800"/>
            </a:pPr>
            <a:r>
              <a:t>28/36pt subhead or</a:t>
            </a:r>
            <a:br/>
            <a:r>
              <a:t>presenter name and job title</a:t>
            </a:r>
          </a:p>
        </p:txBody>
      </p:sp>
      <p:sp>
        <p:nvSpPr>
          <p:cNvPr id="57" name="Slide Number"/>
          <p:cNvSpPr txBox="1">
            <a:spLocks noGrp="1"/>
          </p:cNvSpPr>
          <p:nvPr>
            <p:ph type="sldNum" sz="quarter" idx="2"/>
          </p:nvPr>
        </p:nvSpPr>
        <p:spPr>
          <a:xfrm>
            <a:off x="8602948" y="6233240"/>
            <a:ext cx="134652" cy="123111"/>
          </a:xfrm>
          <a:prstGeom prst="rect">
            <a:avLst/>
          </a:prstGeom>
        </p:spPr>
        <p:txBody>
          <a:bodyPr anchor="b"/>
          <a:lstStyle/>
          <a:p>
            <a:fld id="{86CB4B4D-7CA3-9044-876B-883B54F8677D}" type="slidenum">
              <a:t>‹#›</a:t>
            </a:fld>
            <a:endParaRPr/>
          </a:p>
        </p:txBody>
      </p:sp>
    </p:spTree>
    <p:extLst>
      <p:ext uri="{BB962C8B-B14F-4D97-AF65-F5344CB8AC3E}">
        <p14:creationId xmlns:p14="http://schemas.microsoft.com/office/powerpoint/2010/main" val="412127319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Cover, imagery, half, label">
    <p:spTree>
      <p:nvGrpSpPr>
        <p:cNvPr id="1" name=""/>
        <p:cNvGrpSpPr/>
        <p:nvPr/>
      </p:nvGrpSpPr>
      <p:grpSpPr>
        <a:xfrm>
          <a:off x="0" y="0"/>
          <a:ext cx="0" cy="0"/>
          <a:chOff x="0" y="0"/>
          <a:chExt cx="0" cy="0"/>
        </a:xfrm>
      </p:grpSpPr>
      <p:sp>
        <p:nvSpPr>
          <p:cNvPr id="64" name="Picture Placeholder 6"/>
          <p:cNvSpPr>
            <a:spLocks noGrp="1"/>
          </p:cNvSpPr>
          <p:nvPr>
            <p:ph type="pic" idx="21"/>
          </p:nvPr>
        </p:nvSpPr>
        <p:spPr>
          <a:xfrm>
            <a:off x="6381750" y="284956"/>
            <a:ext cx="5521567" cy="6290126"/>
          </a:xfrm>
          <a:prstGeom prst="rect">
            <a:avLst/>
          </a:prstGeom>
        </p:spPr>
        <p:txBody>
          <a:bodyPr lIns="91439" tIns="45719" rIns="91439" bIns="45719"/>
          <a:lstStyle/>
          <a:p>
            <a:endParaRPr/>
          </a:p>
        </p:txBody>
      </p:sp>
      <p:pic>
        <p:nvPicPr>
          <p:cNvPr id="65"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87546" y="6286500"/>
            <a:ext cx="771958" cy="288037"/>
          </a:xfrm>
          <a:prstGeom prst="rect">
            <a:avLst/>
          </a:prstGeom>
          <a:ln w="12700">
            <a:miter lim="400000"/>
          </a:ln>
        </p:spPr>
      </p:pic>
      <p:sp>
        <p:nvSpPr>
          <p:cNvPr id="66" name="68/84/132pt title,  5 lines maximum,  sentence case"/>
          <p:cNvSpPr txBox="1">
            <a:spLocks noGrp="1"/>
          </p:cNvSpPr>
          <p:nvPr>
            <p:ph type="body" sz="half" idx="22"/>
          </p:nvPr>
        </p:nvSpPr>
        <p:spPr>
          <a:xfrm>
            <a:off x="284964" y="635000"/>
            <a:ext cx="5526530" cy="4569301"/>
          </a:xfrm>
          <a:prstGeom prst="rect">
            <a:avLst/>
          </a:prstGeom>
        </p:spPr>
        <p:txBody>
          <a:bodyPr/>
          <a:lstStyle>
            <a:lvl1pPr defTabSz="1219200">
              <a:lnSpc>
                <a:spcPct val="90000"/>
              </a:lnSpc>
              <a:defRPr sz="8400"/>
            </a:lvl1pPr>
          </a:lstStyle>
          <a:p>
            <a:pPr defTabSz="2438400">
              <a:lnSpc>
                <a:spcPct val="90000"/>
              </a:lnSpc>
              <a:defRPr sz="8400"/>
            </a:pPr>
            <a:r>
              <a:t>68/84/132pt title, </a:t>
            </a:r>
            <a:br/>
            <a:r>
              <a:t>5 lines maximum, </a:t>
            </a:r>
            <a:br/>
            <a:r>
              <a:t>sentence case</a:t>
            </a:r>
          </a:p>
        </p:txBody>
      </p:sp>
      <p:sp>
        <p:nvSpPr>
          <p:cNvPr id="67" name="28pt, 1 line maximum"/>
          <p:cNvSpPr txBox="1">
            <a:spLocks noGrp="1"/>
          </p:cNvSpPr>
          <p:nvPr>
            <p:ph type="body" sz="quarter" idx="23"/>
          </p:nvPr>
        </p:nvSpPr>
        <p:spPr>
          <a:xfrm>
            <a:off x="283947" y="282575"/>
            <a:ext cx="4955644" cy="234950"/>
          </a:xfrm>
          <a:prstGeom prst="rect">
            <a:avLst/>
          </a:prstGeom>
        </p:spPr>
        <p:txBody>
          <a:bodyPr/>
          <a:lstStyle>
            <a:lvl1pPr defTabSz="1219200">
              <a:defRPr sz="1400"/>
            </a:lvl1pPr>
          </a:lstStyle>
          <a:p>
            <a:r>
              <a:t>28pt, 1 line maximum</a:t>
            </a:r>
          </a:p>
        </p:txBody>
      </p:sp>
      <p:sp>
        <p:nvSpPr>
          <p:cNvPr id="68" name="Slide Number"/>
          <p:cNvSpPr txBox="1">
            <a:spLocks noGrp="1"/>
          </p:cNvSpPr>
          <p:nvPr>
            <p:ph type="sldNum" sz="quarter" idx="2"/>
          </p:nvPr>
        </p:nvSpPr>
        <p:spPr>
          <a:xfrm>
            <a:off x="8602948" y="6233240"/>
            <a:ext cx="134652" cy="123111"/>
          </a:xfrm>
          <a:prstGeom prst="rect">
            <a:avLst/>
          </a:prstGeom>
        </p:spPr>
        <p:txBody>
          <a:bodyPr anchor="b"/>
          <a:lstStyle/>
          <a:p>
            <a:fld id="{86CB4B4D-7CA3-9044-876B-883B54F8677D}" type="slidenum">
              <a:t>‹#›</a:t>
            </a:fld>
            <a:endParaRPr/>
          </a:p>
        </p:txBody>
      </p:sp>
    </p:spTree>
    <p:extLst>
      <p:ext uri="{BB962C8B-B14F-4D97-AF65-F5344CB8AC3E}">
        <p14:creationId xmlns:p14="http://schemas.microsoft.com/office/powerpoint/2010/main" val="54359906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Contents">
    <p:spTree>
      <p:nvGrpSpPr>
        <p:cNvPr id="1" name=""/>
        <p:cNvGrpSpPr/>
        <p:nvPr/>
      </p:nvGrpSpPr>
      <p:grpSpPr>
        <a:xfrm>
          <a:off x="0" y="0"/>
          <a:ext cx="0" cy="0"/>
          <a:chOff x="0" y="0"/>
          <a:chExt cx="0" cy="0"/>
        </a:xfrm>
      </p:grpSpPr>
      <p:sp>
        <p:nvSpPr>
          <p:cNvPr id="75" name="26 Part three…"/>
          <p:cNvSpPr txBox="1">
            <a:spLocks noGrp="1"/>
          </p:cNvSpPr>
          <p:nvPr>
            <p:ph type="body" sz="quarter" idx="21"/>
          </p:nvPr>
        </p:nvSpPr>
        <p:spPr>
          <a:xfrm>
            <a:off x="9428560" y="287338"/>
            <a:ext cx="2469131" cy="5804267"/>
          </a:xfrm>
          <a:prstGeom prst="rect">
            <a:avLst/>
          </a:prstGeom>
        </p:spPr>
        <p:txBody>
          <a:bodyPr/>
          <a:lstStyle>
            <a:lvl1pPr defTabSz="579120">
              <a:lnSpc>
                <a:spcPct val="110000"/>
              </a:lnSpc>
              <a:defRPr>
                <a:latin typeface="IBM Plex Sans Medm"/>
                <a:sym typeface="IBM Plex Sans Medm"/>
              </a:defRPr>
            </a:lvl1pPr>
          </a:lstStyle>
          <a:p>
            <a:pPr defTabSz="1158239">
              <a:lnSpc>
                <a:spcPct val="110000"/>
              </a:lnSpc>
              <a:defRPr>
                <a:latin typeface="IBM Plex Sans Medm"/>
                <a:ea typeface="IBM Plex Sans Medm"/>
                <a:cs typeface="IBM Plex Sans Medm"/>
                <a:sym typeface="IBM Plex Sans Medm"/>
              </a:defRPr>
            </a:pPr>
            <a:r>
              <a:t>26	Part three</a:t>
            </a:r>
          </a:p>
          <a:p>
            <a:pPr defTabSz="1158239">
              <a:lnSpc>
                <a:spcPct val="110000"/>
              </a:lnSpc>
            </a:pPr>
            <a:r>
              <a:t>28	Section one</a:t>
            </a:r>
          </a:p>
          <a:p>
            <a:pPr defTabSz="1158239">
              <a:lnSpc>
                <a:spcPct val="110000"/>
              </a:lnSpc>
            </a:pPr>
            <a:r>
              <a:t>30	Section two</a:t>
            </a:r>
          </a:p>
          <a:p>
            <a:pPr defTabSz="1158239">
              <a:lnSpc>
                <a:spcPct val="110000"/>
              </a:lnSpc>
            </a:pPr>
            <a:endParaRPr/>
          </a:p>
          <a:p>
            <a:pPr defTabSz="1158239">
              <a:lnSpc>
                <a:spcPct val="110000"/>
              </a:lnSpc>
              <a:defRPr>
                <a:latin typeface="IBM Plex Sans Medm"/>
                <a:ea typeface="IBM Plex Sans Medm"/>
                <a:cs typeface="IBM Plex Sans Medm"/>
                <a:sym typeface="IBM Plex Sans Medm"/>
              </a:defRPr>
            </a:pPr>
            <a:r>
              <a:t>32	Part four</a:t>
            </a:r>
          </a:p>
          <a:p>
            <a:pPr defTabSz="1158239">
              <a:lnSpc>
                <a:spcPct val="110000"/>
              </a:lnSpc>
            </a:pPr>
            <a:r>
              <a:t>35	Section one</a:t>
            </a:r>
          </a:p>
          <a:p>
            <a:pPr defTabSz="1158239">
              <a:lnSpc>
                <a:spcPct val="110000"/>
              </a:lnSpc>
            </a:pPr>
            <a:r>
              <a:t>38	Section two</a:t>
            </a:r>
          </a:p>
          <a:p>
            <a:pPr defTabSz="1158239">
              <a:lnSpc>
                <a:spcPct val="110000"/>
              </a:lnSpc>
            </a:pPr>
            <a:r>
              <a:t>41	Section three</a:t>
            </a:r>
          </a:p>
        </p:txBody>
      </p:sp>
      <p:sp>
        <p:nvSpPr>
          <p:cNvPr id="76" name="Footer"/>
          <p:cNvSpPr txBox="1">
            <a:spLocks noGrp="1"/>
          </p:cNvSpPr>
          <p:nvPr>
            <p:ph type="body" sz="quarter" idx="22"/>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77" name="68/84pt Contents"/>
          <p:cNvSpPr txBox="1">
            <a:spLocks noGrp="1"/>
          </p:cNvSpPr>
          <p:nvPr>
            <p:ph type="body" sz="quarter" idx="23"/>
          </p:nvPr>
        </p:nvSpPr>
        <p:spPr>
          <a:xfrm>
            <a:off x="283947" y="160323"/>
            <a:ext cx="2476501" cy="2148272"/>
          </a:xfrm>
          <a:prstGeom prst="rect">
            <a:avLst/>
          </a:prstGeom>
        </p:spPr>
        <p:txBody>
          <a:bodyPr/>
          <a:lstStyle>
            <a:lvl1pPr defTabSz="1219200">
              <a:lnSpc>
                <a:spcPct val="90000"/>
              </a:lnSpc>
              <a:defRPr sz="3400"/>
            </a:lvl1pPr>
          </a:lstStyle>
          <a:p>
            <a:r>
              <a:t>68/84pt Contents</a:t>
            </a:r>
          </a:p>
        </p:txBody>
      </p:sp>
      <p:sp>
        <p:nvSpPr>
          <p:cNvPr id="78" name="4 Part one…"/>
          <p:cNvSpPr txBox="1">
            <a:spLocks noGrp="1"/>
          </p:cNvSpPr>
          <p:nvPr>
            <p:ph type="body" sz="quarter" idx="24"/>
          </p:nvPr>
        </p:nvSpPr>
        <p:spPr>
          <a:xfrm>
            <a:off x="6384237" y="287338"/>
            <a:ext cx="2469131" cy="5804267"/>
          </a:xfrm>
          <a:prstGeom prst="rect">
            <a:avLst/>
          </a:prstGeom>
        </p:spPr>
        <p:txBody>
          <a:bodyPr/>
          <a:lstStyle>
            <a:lvl1pPr defTabSz="579120">
              <a:defRPr>
                <a:latin typeface="IBM Plex Sans Medm"/>
                <a:sym typeface="IBM Plex Sans Medm"/>
              </a:defRPr>
            </a:lvl1pPr>
          </a:lstStyle>
          <a:p>
            <a:pPr defTabSz="1158239">
              <a:defRPr>
                <a:latin typeface="IBM Plex Sans Medm"/>
                <a:ea typeface="IBM Plex Sans Medm"/>
                <a:cs typeface="IBM Plex Sans Medm"/>
                <a:sym typeface="IBM Plex Sans Medm"/>
              </a:defRPr>
            </a:pPr>
            <a:r>
              <a:t>4	Part one</a:t>
            </a:r>
          </a:p>
          <a:p>
            <a:pPr defTabSz="1158239"/>
            <a:r>
              <a:t>6	Section one</a:t>
            </a:r>
          </a:p>
          <a:p>
            <a:pPr defTabSz="1158239"/>
            <a:r>
              <a:t>9	Section two</a:t>
            </a:r>
          </a:p>
          <a:p>
            <a:pPr defTabSz="1158239"/>
            <a:r>
              <a:t>12	Section three</a:t>
            </a:r>
          </a:p>
          <a:p>
            <a:pPr defTabSz="1158239"/>
            <a:r>
              <a:t>16	Section four</a:t>
            </a:r>
          </a:p>
          <a:p>
            <a:pPr defTabSz="1158239"/>
            <a:endParaRPr/>
          </a:p>
          <a:p>
            <a:pPr defTabSz="1158239">
              <a:defRPr>
                <a:latin typeface="IBM Plex Sans Medm"/>
                <a:ea typeface="IBM Plex Sans Medm"/>
                <a:cs typeface="IBM Plex Sans Medm"/>
                <a:sym typeface="IBM Plex Sans Medm"/>
              </a:defRPr>
            </a:pPr>
            <a:r>
              <a:t>19	Part two</a:t>
            </a:r>
          </a:p>
          <a:p>
            <a:pPr defTabSz="1158239"/>
            <a:r>
              <a:t>21	Section one</a:t>
            </a:r>
          </a:p>
          <a:p>
            <a:pPr defTabSz="1158239"/>
            <a:r>
              <a:t>24	Section two</a:t>
            </a:r>
          </a:p>
        </p:txBody>
      </p:sp>
      <p:sp>
        <p:nvSpPr>
          <p:cNvPr id="7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675311426"/>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Section divider">
    <p:spTree>
      <p:nvGrpSpPr>
        <p:cNvPr id="1" name=""/>
        <p:cNvGrpSpPr/>
        <p:nvPr/>
      </p:nvGrpSpPr>
      <p:grpSpPr>
        <a:xfrm>
          <a:off x="0" y="0"/>
          <a:ext cx="0" cy="0"/>
          <a:chOff x="0" y="0"/>
          <a:chExt cx="0" cy="0"/>
        </a:xfrm>
      </p:grpSpPr>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87" name="Footer"/>
          <p:cNvSpPr txBox="1">
            <a:spLocks noGrp="1"/>
          </p:cNvSpPr>
          <p:nvPr>
            <p:ph type="body" sz="quarter" idx="21"/>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88" name="68/84pt section divider, 3 lines maximum"/>
          <p:cNvSpPr txBox="1">
            <a:spLocks noGrp="1"/>
          </p:cNvSpPr>
          <p:nvPr>
            <p:ph type="body" sz="quarter" idx="22"/>
          </p:nvPr>
        </p:nvSpPr>
        <p:spPr>
          <a:xfrm>
            <a:off x="283947" y="160323"/>
            <a:ext cx="5525535" cy="1381388"/>
          </a:xfrm>
          <a:prstGeom prst="rect">
            <a:avLst/>
          </a:prstGeom>
        </p:spPr>
        <p:txBody>
          <a:bodyPr/>
          <a:lstStyle>
            <a:lvl1pPr defTabSz="1219200">
              <a:lnSpc>
                <a:spcPct val="90000"/>
              </a:lnSpc>
              <a:defRPr sz="6800"/>
            </a:lvl1pPr>
          </a:lstStyle>
          <a:p>
            <a:pPr defTabSz="2438400">
              <a:lnSpc>
                <a:spcPct val="90000"/>
              </a:lnSpc>
              <a:defRPr sz="6800"/>
            </a:pPr>
            <a:r>
              <a:t>68/84pt section divider,</a:t>
            </a:r>
            <a:br/>
            <a:r>
              <a:t>3 lines maximum</a:t>
            </a:r>
          </a:p>
        </p:txBody>
      </p:sp>
    </p:spTree>
    <p:extLst>
      <p:ext uri="{BB962C8B-B14F-4D97-AF65-F5344CB8AC3E}">
        <p14:creationId xmlns:p14="http://schemas.microsoft.com/office/powerpoint/2010/main" val="2213823737"/>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Large text">
    <p:spTree>
      <p:nvGrpSpPr>
        <p:cNvPr id="1" name=""/>
        <p:cNvGrpSpPr/>
        <p:nvPr/>
      </p:nvGrpSpPr>
      <p:grpSpPr>
        <a:xfrm>
          <a:off x="0" y="0"/>
          <a:ext cx="0" cy="0"/>
          <a:chOff x="0" y="0"/>
          <a:chExt cx="0" cy="0"/>
        </a:xfrm>
      </p:grpSpPr>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96" name="Footer"/>
          <p:cNvSpPr txBox="1">
            <a:spLocks noGrp="1"/>
          </p:cNvSpPr>
          <p:nvPr>
            <p:ph type="body" sz="quarter" idx="21"/>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97" name="168pt Go  simple and big  if possible"/>
          <p:cNvSpPr txBox="1">
            <a:spLocks noGrp="1"/>
          </p:cNvSpPr>
          <p:nvPr>
            <p:ph type="body" idx="22"/>
          </p:nvPr>
        </p:nvSpPr>
        <p:spPr>
          <a:xfrm>
            <a:off x="285534" y="-60325"/>
            <a:ext cx="8568169" cy="4627313"/>
          </a:xfrm>
          <a:prstGeom prst="rect">
            <a:avLst/>
          </a:prstGeom>
        </p:spPr>
        <p:txBody>
          <a:bodyPr/>
          <a:lstStyle>
            <a:lvl1pPr defTabSz="1219200">
              <a:lnSpc>
                <a:spcPct val="80000"/>
              </a:lnSpc>
              <a:defRPr sz="16800">
                <a:latin typeface="IBM Plex Sans ExtLt"/>
                <a:sym typeface="IBM Plex Sans ExtLt"/>
              </a:defRPr>
            </a:lvl1pPr>
          </a:lstStyle>
          <a:p>
            <a:pPr defTabSz="2438400">
              <a:lnSpc>
                <a:spcPct val="80000"/>
              </a:lnSpc>
              <a:defRPr sz="16800">
                <a:latin typeface="IBM Plex Sans ExtLt"/>
                <a:ea typeface="IBM Plex Sans ExtLt"/>
                <a:cs typeface="IBM Plex Sans ExtLt"/>
                <a:sym typeface="IBM Plex Sans ExtLt"/>
              </a:defRPr>
            </a:pPr>
            <a:r>
              <a:t>168pt Go </a:t>
            </a:r>
            <a:br/>
            <a:r>
              <a:t>simple and big </a:t>
            </a:r>
            <a:br/>
            <a:r>
              <a:t>if possible</a:t>
            </a:r>
          </a:p>
        </p:txBody>
      </p:sp>
    </p:spTree>
    <p:extLst>
      <p:ext uri="{BB962C8B-B14F-4D97-AF65-F5344CB8AC3E}">
        <p14:creationId xmlns:p14="http://schemas.microsoft.com/office/powerpoint/2010/main" val="2187201275"/>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Callout, headline">
    <p:spTree>
      <p:nvGrpSpPr>
        <p:cNvPr id="1" name=""/>
        <p:cNvGrpSpPr/>
        <p:nvPr/>
      </p:nvGrpSpPr>
      <p:grpSpPr>
        <a:xfrm>
          <a:off x="0" y="0"/>
          <a:ext cx="0" cy="0"/>
          <a:chOff x="0" y="0"/>
          <a:chExt cx="0" cy="0"/>
        </a:xfrm>
      </p:grpSpPr>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05" name="Footer"/>
          <p:cNvSpPr txBox="1">
            <a:spLocks noGrp="1"/>
          </p:cNvSpPr>
          <p:nvPr>
            <p:ph type="body" sz="quarter" idx="21"/>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106" name="36/42/68/84pt headline,  3 lines maximum,  sentence case"/>
          <p:cNvSpPr txBox="1">
            <a:spLocks noGrp="1"/>
          </p:cNvSpPr>
          <p:nvPr>
            <p:ph type="body" sz="quarter" idx="22"/>
          </p:nvPr>
        </p:nvSpPr>
        <p:spPr>
          <a:xfrm>
            <a:off x="285750" y="160806"/>
            <a:ext cx="4937086" cy="2145630"/>
          </a:xfrm>
          <a:prstGeom prst="rect">
            <a:avLst/>
          </a:prstGeom>
        </p:spPr>
        <p:txBody>
          <a:bodyPr/>
          <a:lstStyle>
            <a:lvl1pPr defTabSz="1219200">
              <a:lnSpc>
                <a:spcPct val="90000"/>
              </a:lnSpc>
              <a:defRPr sz="6800"/>
            </a:lvl1pPr>
          </a:lstStyle>
          <a:p>
            <a:pPr defTabSz="2438400">
              <a:lnSpc>
                <a:spcPct val="90000"/>
              </a:lnSpc>
              <a:defRPr sz="6800"/>
            </a:pPr>
            <a:r>
              <a:t>36/42/68/84pt headline, </a:t>
            </a:r>
            <a:br/>
            <a:r>
              <a:t>3 lines maximum, </a:t>
            </a:r>
            <a:br/>
            <a:r>
              <a:t>sentence case</a:t>
            </a:r>
          </a:p>
        </p:txBody>
      </p:sp>
      <p:sp>
        <p:nvSpPr>
          <p:cNvPr id="107" name="“36/42/68/84pt quote or callout text, always use correct line spacing for the point size chosen, Del mint quibus eleniet et optatem nonsecero.”…"/>
          <p:cNvSpPr txBox="1">
            <a:spLocks noGrp="1"/>
          </p:cNvSpPr>
          <p:nvPr>
            <p:ph type="body" sz="half" idx="23"/>
          </p:nvPr>
        </p:nvSpPr>
        <p:spPr>
          <a:xfrm>
            <a:off x="6155039" y="160168"/>
            <a:ext cx="5749613" cy="4426287"/>
          </a:xfrm>
          <a:prstGeom prst="rect">
            <a:avLst/>
          </a:prstGeom>
        </p:spPr>
        <p:txBody>
          <a:bodyPr/>
          <a:lstStyle>
            <a:lvl1pPr marL="212725" indent="-190500" defTabSz="1219200">
              <a:lnSpc>
                <a:spcPct val="90000"/>
              </a:lnSpc>
              <a:defRPr sz="2800"/>
            </a:lvl1pPr>
          </a:lstStyle>
          <a:p>
            <a:pPr marL="380999" indent="-380999" defTabSz="2438400">
              <a:lnSpc>
                <a:spcPct val="90000"/>
              </a:lnSpc>
              <a:defRPr sz="6800"/>
            </a:pPr>
            <a:r>
              <a:t>“36/42/68/84pt quote or callout text, always use correct line spacing for the point size chosen, Del mint quibus eleniet et optatem nonsecero.”</a:t>
            </a:r>
          </a:p>
          <a:p>
            <a:pPr marL="431597" indent="-381000" defTabSz="2438400">
              <a:lnSpc>
                <a:spcPct val="90000"/>
              </a:lnSpc>
              <a:defRPr sz="6800"/>
            </a:pPr>
            <a:br>
              <a:rPr sz="1400"/>
            </a:br>
            <a:r>
              <a:rPr sz="1400"/>
              <a:t>28/36pt author attribution</a:t>
            </a:r>
          </a:p>
          <a:p>
            <a:pPr marL="425450" defTabSz="2438400">
              <a:defRPr sz="2800"/>
            </a:pPr>
            <a:r>
              <a:t>Firstname Lastname</a:t>
            </a:r>
          </a:p>
        </p:txBody>
      </p:sp>
    </p:spTree>
    <p:extLst>
      <p:ext uri="{BB962C8B-B14F-4D97-AF65-F5344CB8AC3E}">
        <p14:creationId xmlns:p14="http://schemas.microsoft.com/office/powerpoint/2010/main" val="2831445249"/>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Callout, stand-alone">
    <p:spTree>
      <p:nvGrpSpPr>
        <p:cNvPr id="1" name=""/>
        <p:cNvGrpSpPr/>
        <p:nvPr/>
      </p:nvGrpSpPr>
      <p:grpSpPr>
        <a:xfrm>
          <a:off x="0" y="0"/>
          <a:ext cx="0" cy="0"/>
          <a:chOff x="0" y="0"/>
          <a:chExt cx="0" cy="0"/>
        </a:xfrm>
      </p:grpSpPr>
      <p:sp>
        <p:nvSpPr>
          <p:cNvPr id="1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15" name="Footer"/>
          <p:cNvSpPr txBox="1">
            <a:spLocks noGrp="1"/>
          </p:cNvSpPr>
          <p:nvPr>
            <p:ph type="body" sz="quarter" idx="21"/>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116" name="“68/84pt quote or callout text igendamus et liquis apic totatemolorita berum magna ntiorio te omni magnis. Del mint quibusum eleniet et optatem nonsec.”…"/>
          <p:cNvSpPr txBox="1">
            <a:spLocks noGrp="1"/>
          </p:cNvSpPr>
          <p:nvPr>
            <p:ph type="body" idx="22"/>
          </p:nvPr>
        </p:nvSpPr>
        <p:spPr>
          <a:xfrm>
            <a:off x="284925" y="125412"/>
            <a:ext cx="7330769" cy="5217892"/>
          </a:xfrm>
          <a:prstGeom prst="rect">
            <a:avLst/>
          </a:prstGeom>
        </p:spPr>
        <p:txBody>
          <a:bodyPr/>
          <a:lstStyle>
            <a:lvl1pPr marL="223774" indent="3239" defTabSz="1219200">
              <a:lnSpc>
                <a:spcPct val="90000"/>
              </a:lnSpc>
              <a:defRPr sz="8400"/>
            </a:lvl1pPr>
          </a:lstStyle>
          <a:p>
            <a:pPr marL="384047" indent="-384047" defTabSz="2438400">
              <a:lnSpc>
                <a:spcPct val="90000"/>
              </a:lnSpc>
              <a:defRPr sz="8400"/>
            </a:pPr>
            <a:r>
              <a:t>“68/84pt quote or callout text igendamus et liquis apic totatemolorita berum magna ntiorio te omni magnis. Del mint quibusum eleniet et optatem nonsec.”</a:t>
            </a:r>
            <a:br>
              <a:rPr sz="1400"/>
            </a:br>
            <a:endParaRPr sz="1400"/>
          </a:p>
          <a:p>
            <a:pPr marL="447547" indent="6477" defTabSz="2438400">
              <a:lnSpc>
                <a:spcPct val="90000"/>
              </a:lnSpc>
              <a:defRPr sz="8400"/>
            </a:pPr>
            <a:r>
              <a:rPr sz="1400"/>
              <a:t>28/36pt author attribution</a:t>
            </a:r>
            <a:br>
              <a:rPr sz="1400"/>
            </a:br>
            <a:r>
              <a:rPr sz="1400"/>
              <a:t>Firstname Lastname</a:t>
            </a:r>
          </a:p>
        </p:txBody>
      </p:sp>
    </p:spTree>
    <p:extLst>
      <p:ext uri="{BB962C8B-B14F-4D97-AF65-F5344CB8AC3E}">
        <p14:creationId xmlns:p14="http://schemas.microsoft.com/office/powerpoint/2010/main" val="772018838"/>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Data, 2 callouts, vertical">
    <p:spTree>
      <p:nvGrpSpPr>
        <p:cNvPr id="1" name=""/>
        <p:cNvGrpSpPr/>
        <p:nvPr/>
      </p:nvGrpSpPr>
      <p:grpSpPr>
        <a:xfrm>
          <a:off x="0" y="0"/>
          <a:ext cx="0" cy="0"/>
          <a:chOff x="0" y="0"/>
          <a:chExt cx="0" cy="0"/>
        </a:xfrm>
      </p:grpSpPr>
      <p:sp>
        <p:nvSpPr>
          <p:cNvPr id="123" name="Text Placeholder 9"/>
          <p:cNvSpPr>
            <a:spLocks noGrp="1"/>
          </p:cNvSpPr>
          <p:nvPr>
            <p:ph type="body" sz="quarter" idx="21" hasCustomPrompt="1"/>
          </p:nvPr>
        </p:nvSpPr>
        <p:spPr>
          <a:xfrm>
            <a:off x="283647" y="4458781"/>
            <a:ext cx="5525295" cy="1676533"/>
          </a:xfrm>
          <a:prstGeom prst="rect">
            <a:avLst/>
          </a:prstGeom>
        </p:spPr>
        <p:txBody>
          <a:bodyPr anchor="b"/>
          <a:lstStyle>
            <a:lvl1pPr defTabSz="1219200">
              <a:lnSpc>
                <a:spcPct val="80000"/>
              </a:lnSpc>
              <a:defRPr sz="12600">
                <a:solidFill>
                  <a:schemeClr val="accent1"/>
                </a:solidFill>
                <a:latin typeface="IBM Plex Sans ExtLt"/>
                <a:ea typeface="IBM Plex Sans ExtLt"/>
                <a:cs typeface="IBM Plex Sans ExtLt"/>
                <a:sym typeface="IBM Plex Sans ExtLt"/>
              </a:defRPr>
            </a:lvl1pPr>
          </a:lstStyle>
          <a:p>
            <a:r>
              <a:t>↗︎00M</a:t>
            </a:r>
          </a:p>
        </p:txBody>
      </p:sp>
      <p:sp>
        <p:nvSpPr>
          <p:cNvPr id="124" name="Straight Connector 8"/>
          <p:cNvSpPr/>
          <p:nvPr/>
        </p:nvSpPr>
        <p:spPr>
          <a:xfrm flipH="1">
            <a:off x="6093618" y="284956"/>
            <a:ext cx="1" cy="5812632"/>
          </a:xfrm>
          <a:prstGeom prst="line">
            <a:avLst/>
          </a:prstGeom>
          <a:ln w="12700">
            <a:solidFill>
              <a:srgbClr val="000000"/>
            </a:solidFill>
          </a:ln>
        </p:spPr>
        <p:txBody>
          <a:bodyPr lIns="22860" rIns="22860"/>
          <a:lstStyle/>
          <a:p>
            <a:endParaRPr sz="900"/>
          </a:p>
        </p:txBody>
      </p:sp>
      <p:sp>
        <p:nvSpPr>
          <p:cNvPr id="125" name="Text Placeholder 5"/>
          <p:cNvSpPr>
            <a:spLocks noGrp="1"/>
          </p:cNvSpPr>
          <p:nvPr>
            <p:ph type="body" sz="quarter" idx="22"/>
          </p:nvPr>
        </p:nvSpPr>
        <p:spPr>
          <a:xfrm>
            <a:off x="6383338" y="288035"/>
            <a:ext cx="3810000" cy="3521965"/>
          </a:xfrm>
          <a:prstGeom prst="rect">
            <a:avLst/>
          </a:prstGeom>
        </p:spPr>
        <p:txBody>
          <a:bodyPr/>
          <a:lstStyle>
            <a:lvl1pPr defTabSz="1219200">
              <a:lnSpc>
                <a:spcPct val="90000"/>
              </a:lnSpc>
              <a:defRPr sz="4200"/>
            </a:lvl1pPr>
          </a:lstStyle>
          <a:p>
            <a:pPr defTabSz="2438400">
              <a:lnSpc>
                <a:spcPct val="90000"/>
              </a:lnSpc>
              <a:defRPr sz="4200"/>
            </a:pPr>
            <a:r>
              <a:t>42/68pt</a:t>
            </a:r>
            <a:r>
              <a:rPr>
                <a:solidFill>
                  <a:schemeClr val="accent4"/>
                </a:solidFill>
              </a:rPr>
              <a:t> </a:t>
            </a:r>
            <a:r>
              <a:t>text, add superscript number at end of claim and add source URL to speaker notes.</a:t>
            </a:r>
            <a:r>
              <a:rPr baseline="31999"/>
              <a:t>2</a:t>
            </a:r>
          </a:p>
        </p:txBody>
      </p:sp>
      <p:sp>
        <p:nvSpPr>
          <p:cNvPr id="126" name="Text Placeholder 11"/>
          <p:cNvSpPr>
            <a:spLocks noGrp="1"/>
          </p:cNvSpPr>
          <p:nvPr>
            <p:ph type="body" sz="quarter" idx="23" hasCustomPrompt="1"/>
          </p:nvPr>
        </p:nvSpPr>
        <p:spPr>
          <a:xfrm>
            <a:off x="6379130" y="4458781"/>
            <a:ext cx="5522732" cy="1677147"/>
          </a:xfrm>
          <a:prstGeom prst="rect">
            <a:avLst/>
          </a:prstGeom>
        </p:spPr>
        <p:txBody>
          <a:bodyPr anchor="b"/>
          <a:lstStyle>
            <a:lvl1pPr defTabSz="1219200">
              <a:lnSpc>
                <a:spcPct val="80000"/>
              </a:lnSpc>
              <a:defRPr sz="12600">
                <a:solidFill>
                  <a:schemeClr val="accent1"/>
                </a:solidFill>
                <a:latin typeface="IBM Plex Sans ExtLt"/>
                <a:ea typeface="IBM Plex Sans ExtLt"/>
                <a:cs typeface="IBM Plex Sans ExtLt"/>
                <a:sym typeface="IBM Plex Sans ExtLt"/>
              </a:defRPr>
            </a:lvl1pPr>
          </a:lstStyle>
          <a:p>
            <a:r>
              <a:t>+00%</a:t>
            </a:r>
          </a:p>
        </p:txBody>
      </p:sp>
      <p:sp>
        <p:nvSpPr>
          <p:cNvPr id="12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8" name="Text Placeholder 4"/>
          <p:cNvSpPr>
            <a:spLocks noGrp="1"/>
          </p:cNvSpPr>
          <p:nvPr>
            <p:ph type="body" sz="quarter" idx="24"/>
          </p:nvPr>
        </p:nvSpPr>
        <p:spPr>
          <a:xfrm>
            <a:off x="6380948" y="6179233"/>
            <a:ext cx="2475707" cy="426355"/>
          </a:xfrm>
          <a:prstGeom prst="rect">
            <a:avLst/>
          </a:prstGeom>
        </p:spPr>
        <p:txBody>
          <a:bodyPr anchor="b"/>
          <a:lstStyle>
            <a:lvl1pPr defTabSz="1219200">
              <a:lnSpc>
                <a:spcPct val="110000"/>
              </a:lnSpc>
              <a:defRPr sz="1600">
                <a:latin typeface="+mn-lt"/>
                <a:ea typeface="+mn-ea"/>
                <a:cs typeface="+mn-cs"/>
                <a:sym typeface="IBM Plex Sans"/>
              </a:defRPr>
            </a:lvl1pPr>
          </a:lstStyle>
          <a:p>
            <a:pPr defTabSz="2438400">
              <a:lnSpc>
                <a:spcPct val="110000"/>
              </a:lnSpc>
              <a:defRPr sz="1600">
                <a:latin typeface="+mn-lt"/>
                <a:ea typeface="+mn-ea"/>
                <a:cs typeface="+mn-cs"/>
                <a:sym typeface="IBM Plex Sans"/>
              </a:defRPr>
            </a:pPr>
            <a:r>
              <a:t>1. Lorem source name</a:t>
            </a:r>
          </a:p>
          <a:p>
            <a:pPr defTabSz="2438400">
              <a:lnSpc>
                <a:spcPct val="110000"/>
              </a:lnSpc>
              <a:defRPr sz="1600">
                <a:latin typeface="+mn-lt"/>
                <a:ea typeface="+mn-ea"/>
                <a:cs typeface="+mn-cs"/>
                <a:sym typeface="IBM Plex Sans"/>
              </a:defRPr>
            </a:pPr>
            <a:r>
              <a:t>2. Lorem second source name</a:t>
            </a:r>
          </a:p>
        </p:txBody>
      </p:sp>
      <p:sp>
        <p:nvSpPr>
          <p:cNvPr id="129" name="Footer"/>
          <p:cNvSpPr txBox="1">
            <a:spLocks noGrp="1"/>
          </p:cNvSpPr>
          <p:nvPr>
            <p:ph type="body" sz="quarter" idx="25"/>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130" name="Text Placeholder 5"/>
          <p:cNvSpPr>
            <a:spLocks noGrp="1"/>
          </p:cNvSpPr>
          <p:nvPr>
            <p:ph type="body" sz="quarter" idx="26"/>
          </p:nvPr>
        </p:nvSpPr>
        <p:spPr>
          <a:xfrm>
            <a:off x="287338" y="288035"/>
            <a:ext cx="3810000" cy="3521965"/>
          </a:xfrm>
          <a:prstGeom prst="rect">
            <a:avLst/>
          </a:prstGeom>
        </p:spPr>
        <p:txBody>
          <a:bodyPr/>
          <a:lstStyle>
            <a:lvl1pPr defTabSz="1219200">
              <a:lnSpc>
                <a:spcPct val="90000"/>
              </a:lnSpc>
              <a:defRPr sz="4200"/>
            </a:lvl1pPr>
          </a:lstStyle>
          <a:p>
            <a:pPr defTabSz="2438400">
              <a:lnSpc>
                <a:spcPct val="90000"/>
              </a:lnSpc>
              <a:defRPr sz="4200"/>
            </a:pPr>
            <a:r>
              <a:t>42/68pt</a:t>
            </a:r>
            <a:r>
              <a:rPr>
                <a:solidFill>
                  <a:schemeClr val="accent4"/>
                </a:solidFill>
              </a:rPr>
              <a:t> </a:t>
            </a:r>
            <a:r>
              <a:t>text, add superscript number at end of claim and add source URL to speaker notes.</a:t>
            </a:r>
            <a:r>
              <a:rPr baseline="31999"/>
              <a:t>1</a:t>
            </a:r>
          </a:p>
        </p:txBody>
      </p:sp>
    </p:spTree>
    <p:extLst>
      <p:ext uri="{BB962C8B-B14F-4D97-AF65-F5344CB8AC3E}">
        <p14:creationId xmlns:p14="http://schemas.microsoft.com/office/powerpoint/2010/main" val="2043871985"/>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Data, 3 callouts, vertical">
    <p:spTree>
      <p:nvGrpSpPr>
        <p:cNvPr id="1" name=""/>
        <p:cNvGrpSpPr/>
        <p:nvPr/>
      </p:nvGrpSpPr>
      <p:grpSpPr>
        <a:xfrm>
          <a:off x="0" y="0"/>
          <a:ext cx="0" cy="0"/>
          <a:chOff x="0" y="0"/>
          <a:chExt cx="0" cy="0"/>
        </a:xfrm>
      </p:grpSpPr>
      <p:sp>
        <p:nvSpPr>
          <p:cNvPr id="137" name="Text Placeholder 6"/>
          <p:cNvSpPr>
            <a:spLocks noGrp="1"/>
          </p:cNvSpPr>
          <p:nvPr>
            <p:ph type="body" sz="quarter" idx="21"/>
          </p:nvPr>
        </p:nvSpPr>
        <p:spPr>
          <a:xfrm>
            <a:off x="3333750" y="1029405"/>
            <a:ext cx="2475707" cy="5068592"/>
          </a:xfrm>
          <a:prstGeom prst="rect">
            <a:avLst/>
          </a:prstGeom>
        </p:spPr>
        <p:txBody>
          <a:bodyPr/>
          <a:lstStyle>
            <a:lvl1pPr defTabSz="1219200">
              <a:defRPr/>
            </a:lvl1pPr>
          </a:lstStyle>
          <a:p>
            <a:pPr defTabSz="2438400"/>
            <a:r>
              <a:t>28/36/42pt text superscript number at end of claim and add source URL to speaker notes.</a:t>
            </a:r>
            <a:r>
              <a:rPr baseline="30000"/>
              <a:t>1</a:t>
            </a:r>
          </a:p>
        </p:txBody>
      </p:sp>
      <p:sp>
        <p:nvSpPr>
          <p:cNvPr id="138" name="Text Placeholder 17"/>
          <p:cNvSpPr>
            <a:spLocks noGrp="1"/>
          </p:cNvSpPr>
          <p:nvPr>
            <p:ph type="body" sz="quarter" idx="22" hasCustomPrompt="1"/>
          </p:nvPr>
        </p:nvSpPr>
        <p:spPr>
          <a:xfrm>
            <a:off x="6377782" y="31750"/>
            <a:ext cx="2476913" cy="953295"/>
          </a:xfrm>
          <a:prstGeom prst="rect">
            <a:avLst/>
          </a:prstGeom>
        </p:spPr>
        <p:txBody>
          <a:bodyPr/>
          <a:lstStyle>
            <a:lvl1pPr defTabSz="1219200">
              <a:lnSpc>
                <a:spcPct val="80000"/>
              </a:lnSpc>
              <a:defRPr sz="6600">
                <a:solidFill>
                  <a:schemeClr val="accent1"/>
                </a:solidFill>
              </a:defRPr>
            </a:lvl1pPr>
          </a:lstStyle>
          <a:p>
            <a:r>
              <a:t>00%</a:t>
            </a:r>
          </a:p>
        </p:txBody>
      </p:sp>
      <p:sp>
        <p:nvSpPr>
          <p:cNvPr id="139" name="Text Placeholder 8"/>
          <p:cNvSpPr>
            <a:spLocks noGrp="1"/>
          </p:cNvSpPr>
          <p:nvPr>
            <p:ph type="body" sz="quarter" idx="23"/>
          </p:nvPr>
        </p:nvSpPr>
        <p:spPr>
          <a:xfrm>
            <a:off x="6381750" y="1030199"/>
            <a:ext cx="2473050" cy="5061374"/>
          </a:xfrm>
          <a:prstGeom prst="rect">
            <a:avLst/>
          </a:prstGeom>
        </p:spPr>
        <p:txBody>
          <a:bodyPr/>
          <a:lstStyle>
            <a:lvl1pPr defTabSz="1219200">
              <a:defRPr/>
            </a:lvl1pPr>
          </a:lstStyle>
          <a:p>
            <a:pPr defTabSz="2438400"/>
            <a:r>
              <a:t>28/36/42pt text superscript number at end of claim and add source URL to speaker notes.</a:t>
            </a:r>
            <a:r>
              <a:rPr baseline="30000"/>
              <a:t>2</a:t>
            </a:r>
          </a:p>
        </p:txBody>
      </p:sp>
      <p:sp>
        <p:nvSpPr>
          <p:cNvPr id="140" name="Text Placeholder 19"/>
          <p:cNvSpPr>
            <a:spLocks noGrp="1"/>
          </p:cNvSpPr>
          <p:nvPr>
            <p:ph type="body" sz="quarter" idx="24" hasCustomPrompt="1"/>
          </p:nvPr>
        </p:nvSpPr>
        <p:spPr>
          <a:xfrm>
            <a:off x="9427070" y="31750"/>
            <a:ext cx="2471209" cy="951707"/>
          </a:xfrm>
          <a:prstGeom prst="rect">
            <a:avLst/>
          </a:prstGeom>
        </p:spPr>
        <p:txBody>
          <a:bodyPr/>
          <a:lstStyle>
            <a:lvl1pPr defTabSz="1219200">
              <a:lnSpc>
                <a:spcPct val="80000"/>
              </a:lnSpc>
              <a:defRPr sz="6600">
                <a:solidFill>
                  <a:schemeClr val="accent1"/>
                </a:solidFill>
              </a:defRPr>
            </a:lvl1pPr>
          </a:lstStyle>
          <a:p>
            <a:r>
              <a:t>00%</a:t>
            </a:r>
          </a:p>
        </p:txBody>
      </p:sp>
      <p:sp>
        <p:nvSpPr>
          <p:cNvPr id="141" name="Text Placeholder 10"/>
          <p:cNvSpPr>
            <a:spLocks noGrp="1"/>
          </p:cNvSpPr>
          <p:nvPr>
            <p:ph type="body" sz="quarter" idx="25"/>
          </p:nvPr>
        </p:nvSpPr>
        <p:spPr>
          <a:xfrm>
            <a:off x="9426837" y="1029405"/>
            <a:ext cx="2470915" cy="5061974"/>
          </a:xfrm>
          <a:prstGeom prst="rect">
            <a:avLst/>
          </a:prstGeom>
        </p:spPr>
        <p:txBody>
          <a:bodyPr/>
          <a:lstStyle>
            <a:lvl1pPr defTabSz="1219200">
              <a:defRPr/>
            </a:lvl1pPr>
          </a:lstStyle>
          <a:p>
            <a:pPr defTabSz="2438400"/>
            <a:r>
              <a:t>28/36/42pt text superscript number at end of claim and add source URL to speaker notes.</a:t>
            </a:r>
            <a:r>
              <a:rPr baseline="30000"/>
              <a:t>3</a:t>
            </a:r>
          </a:p>
        </p:txBody>
      </p:sp>
      <p:sp>
        <p:nvSpPr>
          <p:cNvPr id="142" name="Text Placeholder 4"/>
          <p:cNvSpPr>
            <a:spLocks noGrp="1"/>
          </p:cNvSpPr>
          <p:nvPr>
            <p:ph type="body" sz="quarter" idx="26"/>
          </p:nvPr>
        </p:nvSpPr>
        <p:spPr>
          <a:xfrm>
            <a:off x="3335338" y="6193359"/>
            <a:ext cx="2475707" cy="388417"/>
          </a:xfrm>
          <a:prstGeom prst="rect">
            <a:avLst/>
          </a:prstGeom>
        </p:spPr>
        <p:txBody>
          <a:bodyPr anchor="b"/>
          <a:lstStyle>
            <a:lvl1pPr defTabSz="1219200">
              <a:lnSpc>
                <a:spcPct val="110000"/>
              </a:lnSpc>
              <a:defRPr sz="1600">
                <a:latin typeface="+mn-lt"/>
                <a:ea typeface="+mn-ea"/>
                <a:cs typeface="+mn-cs"/>
                <a:sym typeface="IBM Plex Sans"/>
              </a:defRPr>
            </a:lvl1pPr>
          </a:lstStyle>
          <a:p>
            <a:pPr defTabSz="2438400">
              <a:lnSpc>
                <a:spcPct val="110000"/>
              </a:lnSpc>
              <a:defRPr sz="1600">
                <a:latin typeface="+mn-lt"/>
                <a:ea typeface="+mn-ea"/>
                <a:cs typeface="+mn-cs"/>
                <a:sym typeface="IBM Plex Sans"/>
              </a:defRPr>
            </a:pPr>
            <a:r>
              <a:t>1. Lorem source name</a:t>
            </a:r>
          </a:p>
          <a:p>
            <a:pPr defTabSz="2438400">
              <a:lnSpc>
                <a:spcPct val="110000"/>
              </a:lnSpc>
              <a:defRPr sz="1600">
                <a:latin typeface="+mn-lt"/>
                <a:ea typeface="+mn-ea"/>
                <a:cs typeface="+mn-cs"/>
                <a:sym typeface="IBM Plex Sans"/>
              </a:defRPr>
            </a:pPr>
            <a:r>
              <a:t>2. Lorem second source name</a:t>
            </a:r>
            <a:br/>
            <a:r>
              <a:t>3. Lorem third source name</a:t>
            </a:r>
          </a:p>
        </p:txBody>
      </p:sp>
      <p:sp>
        <p:nvSpPr>
          <p:cNvPr id="1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44" name="Text Placeholder 17"/>
          <p:cNvSpPr>
            <a:spLocks noGrp="1"/>
          </p:cNvSpPr>
          <p:nvPr>
            <p:ph type="body" sz="quarter" idx="27"/>
          </p:nvPr>
        </p:nvSpPr>
        <p:spPr>
          <a:xfrm>
            <a:off x="3334147" y="31750"/>
            <a:ext cx="2474913" cy="953295"/>
          </a:xfrm>
          <a:prstGeom prst="rect">
            <a:avLst/>
          </a:prstGeom>
        </p:spPr>
        <p:txBody>
          <a:bodyPr/>
          <a:lstStyle>
            <a:lvl1pPr defTabSz="1219200">
              <a:lnSpc>
                <a:spcPct val="80000"/>
              </a:lnSpc>
              <a:defRPr sz="6600">
                <a:solidFill>
                  <a:schemeClr val="accent1"/>
                </a:solidFill>
              </a:defRPr>
            </a:lvl1pPr>
          </a:lstStyle>
          <a:p>
            <a:r>
              <a:t>00%</a:t>
            </a:r>
          </a:p>
        </p:txBody>
      </p:sp>
      <p:sp>
        <p:nvSpPr>
          <p:cNvPr id="145" name="Footer"/>
          <p:cNvSpPr txBox="1">
            <a:spLocks noGrp="1"/>
          </p:cNvSpPr>
          <p:nvPr>
            <p:ph type="body" sz="quarter" idx="28"/>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146" name="28/36/42pt headline,  5 lines maximum, sentence case"/>
          <p:cNvSpPr txBox="1">
            <a:spLocks noGrp="1"/>
          </p:cNvSpPr>
          <p:nvPr>
            <p:ph type="body" sz="quarter" idx="29"/>
          </p:nvPr>
        </p:nvSpPr>
        <p:spPr>
          <a:xfrm>
            <a:off x="287122" y="288513"/>
            <a:ext cx="2474606" cy="1647760"/>
          </a:xfrm>
          <a:prstGeom prst="rect">
            <a:avLst/>
          </a:prstGeom>
        </p:spPr>
        <p:txBody>
          <a:bodyPr/>
          <a:lstStyle>
            <a:lvl1pPr defTabSz="1219200">
              <a:defRPr/>
            </a:lvl1pPr>
          </a:lstStyle>
          <a:p>
            <a:pPr defTabSz="2438400"/>
            <a:r>
              <a:t>28/36/42pt headline, </a:t>
            </a:r>
            <a:br/>
            <a:r>
              <a:t>5 lines maximum, sentence case</a:t>
            </a:r>
          </a:p>
        </p:txBody>
      </p:sp>
    </p:spTree>
    <p:extLst>
      <p:ext uri="{BB962C8B-B14F-4D97-AF65-F5344CB8AC3E}">
        <p14:creationId xmlns:p14="http://schemas.microsoft.com/office/powerpoint/2010/main" val="2385163675"/>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Data, 2 callouts, horizontal">
    <p:spTree>
      <p:nvGrpSpPr>
        <p:cNvPr id="1" name=""/>
        <p:cNvGrpSpPr/>
        <p:nvPr/>
      </p:nvGrpSpPr>
      <p:grpSpPr>
        <a:xfrm>
          <a:off x="0" y="0"/>
          <a:ext cx="0" cy="0"/>
          <a:chOff x="0" y="0"/>
          <a:chExt cx="0" cy="0"/>
        </a:xfrm>
      </p:grpSpPr>
      <p:sp>
        <p:nvSpPr>
          <p:cNvPr id="153" name="Text Placeholder 4"/>
          <p:cNvSpPr>
            <a:spLocks noGrp="1"/>
          </p:cNvSpPr>
          <p:nvPr>
            <p:ph type="body" sz="quarter" idx="21"/>
          </p:nvPr>
        </p:nvSpPr>
        <p:spPr>
          <a:xfrm>
            <a:off x="3332163" y="3271949"/>
            <a:ext cx="5524500" cy="2434080"/>
          </a:xfrm>
          <a:prstGeom prst="rect">
            <a:avLst/>
          </a:prstGeom>
        </p:spPr>
        <p:txBody>
          <a:bodyPr/>
          <a:lstStyle>
            <a:lvl1pPr defTabSz="1219200">
              <a:lnSpc>
                <a:spcPct val="90000"/>
              </a:lnSpc>
              <a:defRPr sz="4200"/>
            </a:lvl1pPr>
          </a:lstStyle>
          <a:p>
            <a:r>
              <a:t>Lorem ipsum dolor amit set</a:t>
            </a:r>
          </a:p>
        </p:txBody>
      </p:sp>
      <p:sp>
        <p:nvSpPr>
          <p:cNvPr id="154" name="Text Placeholder 8"/>
          <p:cNvSpPr>
            <a:spLocks noGrp="1"/>
          </p:cNvSpPr>
          <p:nvPr>
            <p:ph type="body" sz="quarter" idx="22"/>
          </p:nvPr>
        </p:nvSpPr>
        <p:spPr>
          <a:xfrm>
            <a:off x="287195" y="127000"/>
            <a:ext cx="2479945" cy="2670049"/>
          </a:xfrm>
          <a:prstGeom prst="rect">
            <a:avLst/>
          </a:prstGeom>
        </p:spPr>
        <p:txBody>
          <a:bodyPr/>
          <a:lstStyle>
            <a:lvl1pPr defTabSz="1219200">
              <a:lnSpc>
                <a:spcPct val="90000"/>
              </a:lnSpc>
              <a:defRPr sz="4200">
                <a:solidFill>
                  <a:schemeClr val="accent1"/>
                </a:solidFill>
              </a:defRPr>
            </a:lvl1pPr>
          </a:lstStyle>
          <a:p>
            <a:r>
              <a:t>+000M</a:t>
            </a:r>
          </a:p>
        </p:txBody>
      </p:sp>
      <p:sp>
        <p:nvSpPr>
          <p:cNvPr id="155" name="Text Placeholder 4"/>
          <p:cNvSpPr>
            <a:spLocks noGrp="1"/>
          </p:cNvSpPr>
          <p:nvPr>
            <p:ph type="body" sz="quarter" idx="23"/>
          </p:nvPr>
        </p:nvSpPr>
        <p:spPr>
          <a:xfrm>
            <a:off x="3335338" y="2443828"/>
            <a:ext cx="2475707" cy="388417"/>
          </a:xfrm>
          <a:prstGeom prst="rect">
            <a:avLst/>
          </a:prstGeom>
        </p:spPr>
        <p:txBody>
          <a:bodyPr anchor="b"/>
          <a:lstStyle>
            <a:lvl1pPr defTabSz="1219200">
              <a:lnSpc>
                <a:spcPct val="110000"/>
              </a:lnSpc>
              <a:defRPr sz="800">
                <a:latin typeface="+mn-lt"/>
                <a:ea typeface="+mn-ea"/>
                <a:cs typeface="+mn-cs"/>
                <a:sym typeface="IBM Plex Sans"/>
              </a:defRPr>
            </a:lvl1pPr>
          </a:lstStyle>
          <a:p>
            <a:r>
              <a:t>Source</a:t>
            </a:r>
          </a:p>
        </p:txBody>
      </p:sp>
      <p:sp>
        <p:nvSpPr>
          <p:cNvPr id="156" name="Text Placeholder 4"/>
          <p:cNvSpPr>
            <a:spLocks noGrp="1"/>
          </p:cNvSpPr>
          <p:nvPr>
            <p:ph type="body" sz="quarter" idx="24"/>
          </p:nvPr>
        </p:nvSpPr>
        <p:spPr>
          <a:xfrm>
            <a:off x="3333750" y="128143"/>
            <a:ext cx="5524500" cy="2434081"/>
          </a:xfrm>
          <a:prstGeom prst="rect">
            <a:avLst/>
          </a:prstGeom>
        </p:spPr>
        <p:txBody>
          <a:bodyPr/>
          <a:lstStyle>
            <a:lvl1pPr defTabSz="1219200">
              <a:lnSpc>
                <a:spcPct val="90000"/>
              </a:lnSpc>
              <a:defRPr sz="4200"/>
            </a:lvl1pPr>
          </a:lstStyle>
          <a:p>
            <a:r>
              <a:t>Lorem ipsum dolor amit set</a:t>
            </a:r>
          </a:p>
        </p:txBody>
      </p:sp>
      <p:sp>
        <p:nvSpPr>
          <p:cNvPr id="157" name="Straight Connector 9"/>
          <p:cNvSpPr/>
          <p:nvPr/>
        </p:nvSpPr>
        <p:spPr>
          <a:xfrm>
            <a:off x="282575" y="3048866"/>
            <a:ext cx="11617325" cy="1"/>
          </a:xfrm>
          <a:prstGeom prst="line">
            <a:avLst/>
          </a:prstGeom>
          <a:ln w="12700">
            <a:solidFill>
              <a:srgbClr val="000000"/>
            </a:solidFill>
          </a:ln>
        </p:spPr>
        <p:txBody>
          <a:bodyPr lIns="22860" rIns="22860"/>
          <a:lstStyle/>
          <a:p>
            <a:endParaRPr sz="900"/>
          </a:p>
        </p:txBody>
      </p:sp>
      <p:sp>
        <p:nvSpPr>
          <p:cNvPr id="158" name="Text Placeholder 8"/>
          <p:cNvSpPr>
            <a:spLocks noGrp="1"/>
          </p:cNvSpPr>
          <p:nvPr>
            <p:ph type="body" sz="quarter" idx="25" hasCustomPrompt="1"/>
          </p:nvPr>
        </p:nvSpPr>
        <p:spPr>
          <a:xfrm>
            <a:off x="284021" y="3265488"/>
            <a:ext cx="2479945" cy="2670049"/>
          </a:xfrm>
          <a:prstGeom prst="rect">
            <a:avLst/>
          </a:prstGeom>
        </p:spPr>
        <p:txBody>
          <a:bodyPr/>
          <a:lstStyle>
            <a:lvl1pPr defTabSz="1219200">
              <a:lnSpc>
                <a:spcPct val="90000"/>
              </a:lnSpc>
              <a:defRPr sz="4200">
                <a:solidFill>
                  <a:schemeClr val="accent1"/>
                </a:solidFill>
              </a:defRPr>
            </a:lvl1pPr>
          </a:lstStyle>
          <a:p>
            <a:r>
              <a:t>+000M</a:t>
            </a:r>
          </a:p>
        </p:txBody>
      </p:sp>
      <p:sp>
        <p:nvSpPr>
          <p:cNvPr id="15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60" name="Footer"/>
          <p:cNvSpPr txBox="1">
            <a:spLocks noGrp="1"/>
          </p:cNvSpPr>
          <p:nvPr>
            <p:ph type="body" sz="quarter" idx="26"/>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161" name="Source"/>
          <p:cNvSpPr txBox="1">
            <a:spLocks noGrp="1"/>
          </p:cNvSpPr>
          <p:nvPr>
            <p:ph type="body" sz="quarter" idx="27"/>
          </p:nvPr>
        </p:nvSpPr>
        <p:spPr>
          <a:xfrm>
            <a:off x="3325813" y="6148982"/>
            <a:ext cx="2766656" cy="448637"/>
          </a:xfrm>
          <a:prstGeom prst="rect">
            <a:avLst/>
          </a:prstGeom>
        </p:spPr>
        <p:txBody>
          <a:bodyPr anchor="b"/>
          <a:lstStyle>
            <a:lvl1pPr defTabSz="1219200">
              <a:lnSpc>
                <a:spcPct val="110000"/>
              </a:lnSpc>
              <a:defRPr sz="800">
                <a:latin typeface="+mn-lt"/>
                <a:ea typeface="+mn-ea"/>
                <a:cs typeface="+mn-cs"/>
                <a:sym typeface="IBM Plex Sans"/>
              </a:defRPr>
            </a:lvl1pPr>
          </a:lstStyle>
          <a:p>
            <a:r>
              <a:t>Source</a:t>
            </a:r>
          </a:p>
        </p:txBody>
      </p:sp>
    </p:spTree>
    <p:extLst>
      <p:ext uri="{BB962C8B-B14F-4D97-AF65-F5344CB8AC3E}">
        <p14:creationId xmlns:p14="http://schemas.microsoft.com/office/powerpoint/2010/main" val="1124963378"/>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Data, 3 callouts, horizontal">
    <p:spTree>
      <p:nvGrpSpPr>
        <p:cNvPr id="1" name=""/>
        <p:cNvGrpSpPr/>
        <p:nvPr/>
      </p:nvGrpSpPr>
      <p:grpSpPr>
        <a:xfrm>
          <a:off x="0" y="0"/>
          <a:ext cx="0" cy="0"/>
          <a:chOff x="0" y="0"/>
          <a:chExt cx="0" cy="0"/>
        </a:xfrm>
      </p:grpSpPr>
      <p:sp>
        <p:nvSpPr>
          <p:cNvPr id="168" name="Text Placeholder 6"/>
          <p:cNvSpPr>
            <a:spLocks noGrp="1"/>
          </p:cNvSpPr>
          <p:nvPr>
            <p:ph type="body" sz="quarter" idx="21"/>
          </p:nvPr>
        </p:nvSpPr>
        <p:spPr>
          <a:xfrm>
            <a:off x="6381750" y="286448"/>
            <a:ext cx="3810000" cy="1429545"/>
          </a:xfrm>
          <a:prstGeom prst="rect">
            <a:avLst/>
          </a:prstGeom>
        </p:spPr>
        <p:txBody>
          <a:bodyPr/>
          <a:lstStyle>
            <a:lvl1pPr defTabSz="1219200">
              <a:defRPr/>
            </a:lvl1pPr>
          </a:lstStyle>
          <a:p>
            <a:pPr defTabSz="2438400"/>
            <a:r>
              <a:t>28/36/42pt text superscript number at end of claim and add source URL to speaker notes for completeness and accessibility</a:t>
            </a:r>
            <a:r>
              <a:rPr baseline="30000"/>
              <a:t>1</a:t>
            </a:r>
          </a:p>
        </p:txBody>
      </p:sp>
      <p:sp>
        <p:nvSpPr>
          <p:cNvPr id="169" name="Straight Connector 16"/>
          <p:cNvSpPr/>
          <p:nvPr/>
        </p:nvSpPr>
        <p:spPr>
          <a:xfrm>
            <a:off x="3333750" y="2287588"/>
            <a:ext cx="8572500" cy="0"/>
          </a:xfrm>
          <a:prstGeom prst="line">
            <a:avLst/>
          </a:prstGeom>
          <a:ln w="12700">
            <a:solidFill>
              <a:srgbClr val="000000"/>
            </a:solidFill>
          </a:ln>
        </p:spPr>
        <p:txBody>
          <a:bodyPr lIns="22860" rIns="22860"/>
          <a:lstStyle/>
          <a:p>
            <a:endParaRPr sz="900"/>
          </a:p>
        </p:txBody>
      </p:sp>
      <p:sp>
        <p:nvSpPr>
          <p:cNvPr id="170" name="Text Placeholder 17"/>
          <p:cNvSpPr>
            <a:spLocks noGrp="1"/>
          </p:cNvSpPr>
          <p:nvPr>
            <p:ph type="body" sz="quarter" idx="22" hasCustomPrompt="1"/>
          </p:nvPr>
        </p:nvSpPr>
        <p:spPr>
          <a:xfrm>
            <a:off x="3333750" y="2318656"/>
            <a:ext cx="2475707" cy="1428754"/>
          </a:xfrm>
          <a:prstGeom prst="rect">
            <a:avLst/>
          </a:prstGeom>
        </p:spPr>
        <p:txBody>
          <a:bodyPr/>
          <a:lstStyle>
            <a:lvl1pPr defTabSz="1219200">
              <a:lnSpc>
                <a:spcPct val="80000"/>
              </a:lnSpc>
              <a:defRPr sz="6600">
                <a:solidFill>
                  <a:schemeClr val="accent1"/>
                </a:solidFill>
              </a:defRPr>
            </a:lvl1pPr>
          </a:lstStyle>
          <a:p>
            <a:r>
              <a:t>00%</a:t>
            </a:r>
          </a:p>
        </p:txBody>
      </p:sp>
      <p:sp>
        <p:nvSpPr>
          <p:cNvPr id="171" name="Text Placeholder 8"/>
          <p:cNvSpPr>
            <a:spLocks noGrp="1"/>
          </p:cNvSpPr>
          <p:nvPr>
            <p:ph type="body" sz="quarter" idx="23"/>
          </p:nvPr>
        </p:nvSpPr>
        <p:spPr>
          <a:xfrm>
            <a:off x="6381750" y="4845863"/>
            <a:ext cx="3810000" cy="1428751"/>
          </a:xfrm>
          <a:prstGeom prst="rect">
            <a:avLst/>
          </a:prstGeom>
        </p:spPr>
        <p:txBody>
          <a:bodyPr/>
          <a:lstStyle>
            <a:lvl1pPr defTabSz="1219200">
              <a:defRPr/>
            </a:lvl1pPr>
          </a:lstStyle>
          <a:p>
            <a:pPr defTabSz="2438400"/>
            <a:r>
              <a:t>28/36/42pt text superscript number at end of claim and add source URL to speaker notes for completeness and accessibility</a:t>
            </a:r>
            <a:r>
              <a:rPr baseline="30000"/>
              <a:t>3</a:t>
            </a:r>
          </a:p>
        </p:txBody>
      </p:sp>
      <p:sp>
        <p:nvSpPr>
          <p:cNvPr id="172" name="Straight Connector 14"/>
          <p:cNvSpPr/>
          <p:nvPr/>
        </p:nvSpPr>
        <p:spPr>
          <a:xfrm>
            <a:off x="3333750" y="4570413"/>
            <a:ext cx="8572500" cy="0"/>
          </a:xfrm>
          <a:prstGeom prst="line">
            <a:avLst/>
          </a:prstGeom>
          <a:ln w="12700">
            <a:solidFill>
              <a:srgbClr val="000000"/>
            </a:solidFill>
          </a:ln>
        </p:spPr>
        <p:txBody>
          <a:bodyPr lIns="22860" rIns="22860"/>
          <a:lstStyle/>
          <a:p>
            <a:endParaRPr sz="900"/>
          </a:p>
        </p:txBody>
      </p:sp>
      <p:sp>
        <p:nvSpPr>
          <p:cNvPr id="173" name="Text Placeholder 19"/>
          <p:cNvSpPr>
            <a:spLocks noGrp="1"/>
          </p:cNvSpPr>
          <p:nvPr>
            <p:ph type="body" sz="quarter" idx="24" hasCustomPrompt="1"/>
          </p:nvPr>
        </p:nvSpPr>
        <p:spPr>
          <a:xfrm>
            <a:off x="3333750" y="4603068"/>
            <a:ext cx="2475706" cy="1334266"/>
          </a:xfrm>
          <a:prstGeom prst="rect">
            <a:avLst/>
          </a:prstGeom>
        </p:spPr>
        <p:txBody>
          <a:bodyPr/>
          <a:lstStyle>
            <a:lvl1pPr defTabSz="1219200">
              <a:lnSpc>
                <a:spcPct val="80000"/>
              </a:lnSpc>
              <a:defRPr sz="6600">
                <a:solidFill>
                  <a:schemeClr val="accent1"/>
                </a:solidFill>
              </a:defRPr>
            </a:lvl1pPr>
          </a:lstStyle>
          <a:p>
            <a:r>
              <a:t>00%</a:t>
            </a:r>
          </a:p>
        </p:txBody>
      </p:sp>
      <p:sp>
        <p:nvSpPr>
          <p:cNvPr id="174" name="Text Placeholder 4"/>
          <p:cNvSpPr>
            <a:spLocks noGrp="1"/>
          </p:cNvSpPr>
          <p:nvPr>
            <p:ph type="body" sz="quarter" idx="25"/>
          </p:nvPr>
        </p:nvSpPr>
        <p:spPr>
          <a:xfrm>
            <a:off x="3333750" y="6195541"/>
            <a:ext cx="2475707" cy="405284"/>
          </a:xfrm>
          <a:prstGeom prst="rect">
            <a:avLst/>
          </a:prstGeom>
        </p:spPr>
        <p:txBody>
          <a:bodyPr anchor="b">
            <a:normAutofit/>
          </a:bodyPr>
          <a:lstStyle>
            <a:lvl1pPr defTabSz="1146048">
              <a:lnSpc>
                <a:spcPct val="110000"/>
              </a:lnSpc>
              <a:defRPr sz="1504">
                <a:latin typeface="+mn-lt"/>
                <a:ea typeface="+mn-ea"/>
                <a:cs typeface="+mn-cs"/>
                <a:sym typeface="IBM Plex Sans"/>
              </a:defRPr>
            </a:lvl1pPr>
          </a:lstStyle>
          <a:p>
            <a:pPr defTabSz="2292095">
              <a:lnSpc>
                <a:spcPct val="110000"/>
              </a:lnSpc>
              <a:defRPr sz="1504">
                <a:latin typeface="+mn-lt"/>
                <a:ea typeface="+mn-ea"/>
                <a:cs typeface="+mn-cs"/>
                <a:sym typeface="IBM Plex Sans"/>
              </a:defRPr>
            </a:pPr>
            <a:r>
              <a:t>Source: 1. Lorem source name</a:t>
            </a:r>
            <a:br/>
            <a:r>
              <a:t>Source: 2. Lorem second source name</a:t>
            </a:r>
            <a:br/>
            <a:r>
              <a:t>Source: 3. Lorem third source name</a:t>
            </a:r>
          </a:p>
        </p:txBody>
      </p:sp>
      <p:sp>
        <p:nvSpPr>
          <p:cNvPr id="1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76" name="Text Placeholder 17"/>
          <p:cNvSpPr>
            <a:spLocks noGrp="1"/>
          </p:cNvSpPr>
          <p:nvPr>
            <p:ph type="body" sz="quarter" idx="26"/>
          </p:nvPr>
        </p:nvSpPr>
        <p:spPr>
          <a:xfrm>
            <a:off x="3333750" y="31747"/>
            <a:ext cx="2475707" cy="1428754"/>
          </a:xfrm>
          <a:prstGeom prst="rect">
            <a:avLst/>
          </a:prstGeom>
        </p:spPr>
        <p:txBody>
          <a:bodyPr/>
          <a:lstStyle>
            <a:lvl1pPr defTabSz="1219200">
              <a:lnSpc>
                <a:spcPct val="80000"/>
              </a:lnSpc>
              <a:defRPr sz="6600">
                <a:solidFill>
                  <a:schemeClr val="accent1"/>
                </a:solidFill>
              </a:defRPr>
            </a:lvl1pPr>
          </a:lstStyle>
          <a:p>
            <a:r>
              <a:t>00%</a:t>
            </a:r>
          </a:p>
        </p:txBody>
      </p:sp>
      <p:sp>
        <p:nvSpPr>
          <p:cNvPr id="177" name="Footer"/>
          <p:cNvSpPr txBox="1">
            <a:spLocks noGrp="1"/>
          </p:cNvSpPr>
          <p:nvPr>
            <p:ph type="body" sz="quarter" idx="27"/>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178" name="Text Placeholder 6"/>
          <p:cNvSpPr>
            <a:spLocks noGrp="1"/>
          </p:cNvSpPr>
          <p:nvPr>
            <p:ph type="body" sz="quarter" idx="28"/>
          </p:nvPr>
        </p:nvSpPr>
        <p:spPr>
          <a:xfrm>
            <a:off x="6381750" y="2562191"/>
            <a:ext cx="3810000" cy="1429544"/>
          </a:xfrm>
          <a:prstGeom prst="rect">
            <a:avLst/>
          </a:prstGeom>
        </p:spPr>
        <p:txBody>
          <a:bodyPr/>
          <a:lstStyle>
            <a:lvl1pPr defTabSz="1219200">
              <a:defRPr/>
            </a:lvl1pPr>
          </a:lstStyle>
          <a:p>
            <a:pPr defTabSz="2438400"/>
            <a:r>
              <a:t>28/36/42pt text superscript number at end of claim and add source URL to speaker notes for completeness and accessibility</a:t>
            </a:r>
            <a:r>
              <a:rPr baseline="30000"/>
              <a:t>2</a:t>
            </a:r>
          </a:p>
        </p:txBody>
      </p:sp>
      <p:sp>
        <p:nvSpPr>
          <p:cNvPr id="179" name="28/36/42pt headline,  5 lines maximum, sentence case"/>
          <p:cNvSpPr txBox="1">
            <a:spLocks noGrp="1"/>
          </p:cNvSpPr>
          <p:nvPr>
            <p:ph type="body" sz="quarter" idx="29"/>
          </p:nvPr>
        </p:nvSpPr>
        <p:spPr>
          <a:xfrm>
            <a:off x="285534" y="285902"/>
            <a:ext cx="2474606" cy="1640283"/>
          </a:xfrm>
          <a:prstGeom prst="rect">
            <a:avLst/>
          </a:prstGeom>
        </p:spPr>
        <p:txBody>
          <a:bodyPr/>
          <a:lstStyle>
            <a:lvl1pPr defTabSz="1219200">
              <a:defRPr/>
            </a:lvl1pPr>
          </a:lstStyle>
          <a:p>
            <a:pPr defTabSz="2438400"/>
            <a:r>
              <a:t>28/36/42pt headline, </a:t>
            </a:r>
            <a:br/>
            <a:r>
              <a:t>5 lines maximum, sentence case</a:t>
            </a:r>
          </a:p>
        </p:txBody>
      </p:sp>
    </p:spTree>
    <p:extLst>
      <p:ext uri="{BB962C8B-B14F-4D97-AF65-F5344CB8AC3E}">
        <p14:creationId xmlns:p14="http://schemas.microsoft.com/office/powerpoint/2010/main" val="3343067570"/>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Text, 4 columns ">
    <p:spTree>
      <p:nvGrpSpPr>
        <p:cNvPr id="1" name=""/>
        <p:cNvGrpSpPr/>
        <p:nvPr/>
      </p:nvGrpSpPr>
      <p:grpSpPr>
        <a:xfrm>
          <a:off x="0" y="0"/>
          <a:ext cx="0" cy="0"/>
          <a:chOff x="0" y="0"/>
          <a:chExt cx="0" cy="0"/>
        </a:xfrm>
      </p:grpSpPr>
      <p:sp>
        <p:nvSpPr>
          <p:cNvPr id="186" name="Text Placeholder 8"/>
          <p:cNvSpPr>
            <a:spLocks noGrp="1"/>
          </p:cNvSpPr>
          <p:nvPr>
            <p:ph type="body" sz="quarter" idx="21"/>
          </p:nvPr>
        </p:nvSpPr>
        <p:spPr>
          <a:xfrm>
            <a:off x="6378282" y="1523999"/>
            <a:ext cx="2476320" cy="4567097"/>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 a pulvinar sapien. Orci varius natoque penatibus et magnis dis parturient montes, nascetur ridiculus mus. </a:t>
            </a:r>
            <a:br/>
            <a:endParaRPr/>
          </a:p>
          <a:p>
            <a:pPr defTabSz="2438400">
              <a:defRPr sz="2000">
                <a:latin typeface="+mn-lt"/>
                <a:ea typeface="+mn-ea"/>
                <a:cs typeface="+mn-cs"/>
                <a:sym typeface="IBM Plex Sans"/>
              </a:defRPr>
            </a:pPr>
            <a:r>
              <a:t>Ornare urna sed elementum. Praesent sit amet lorem laoreet, efficitur nunc vel, tempus odio. Fusce aliquam tellus quis tortor sagittis luctus. Aliquam ac risus scelerisque, aliquam orci quis, iaculis urna. Proin dapibus porta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187" name="Text Placeholder 10"/>
          <p:cNvSpPr>
            <a:spLocks noGrp="1"/>
          </p:cNvSpPr>
          <p:nvPr>
            <p:ph type="body" sz="quarter" idx="22"/>
          </p:nvPr>
        </p:nvSpPr>
        <p:spPr>
          <a:xfrm>
            <a:off x="9426378" y="1524000"/>
            <a:ext cx="2472054" cy="4567639"/>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 a pulvinar sapien. Orci varius natoque penatibus et magnis dis parturient montes, nascetur ridiculus mus. </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Quisque bibendum ornare urna sed elementum. Praesent sit amet lorem laoreet, efficitur nunc vel, tempus odio. Fusce aliquam tellus quis tortor sagittis luctus. Aliquam ac risus scelerisque, aliquam orci quis, iaculis urna. Proin dapibus porta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urna, ac posuere nibh nulla eu mi. Fusce scelerisque ultrices eros quis dignissim.</a:t>
            </a:r>
          </a:p>
        </p:txBody>
      </p:sp>
      <p:sp>
        <p:nvSpPr>
          <p:cNvPr id="1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89" name="Footer"/>
          <p:cNvSpPr txBox="1">
            <a:spLocks noGrp="1"/>
          </p:cNvSpPr>
          <p:nvPr>
            <p:ph type="body" sz="quarter" idx="23"/>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190" name="28/36/42pt short headline, 3 lines maximum, sentence case"/>
          <p:cNvSpPr txBox="1">
            <a:spLocks noGrp="1"/>
          </p:cNvSpPr>
          <p:nvPr>
            <p:ph type="body" sz="quarter" idx="24"/>
          </p:nvPr>
        </p:nvSpPr>
        <p:spPr>
          <a:xfrm>
            <a:off x="283947" y="285750"/>
            <a:ext cx="2475707" cy="760378"/>
          </a:xfrm>
          <a:prstGeom prst="rect">
            <a:avLst/>
          </a:prstGeom>
        </p:spPr>
        <p:txBody>
          <a:bodyPr/>
          <a:lstStyle>
            <a:lvl1pPr defTabSz="1219200">
              <a:defRPr sz="1400"/>
            </a:lvl1pPr>
          </a:lstStyle>
          <a:p>
            <a:r>
              <a:t>28/36/42pt short headline, 3 lines maximum, sentence case</a:t>
            </a:r>
          </a:p>
        </p:txBody>
      </p:sp>
      <p:sp>
        <p:nvSpPr>
          <p:cNvPr id="191" name="Text Placeholder 4"/>
          <p:cNvSpPr>
            <a:spLocks noGrp="1"/>
          </p:cNvSpPr>
          <p:nvPr>
            <p:ph type="body" sz="quarter" idx="25"/>
          </p:nvPr>
        </p:nvSpPr>
        <p:spPr>
          <a:xfrm>
            <a:off x="284861" y="1524000"/>
            <a:ext cx="2478088" cy="4569563"/>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 a pulvinar sapien. Orci natoque penatibus et magnis dis parturient montes, nascetur ridiculus mus. </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Ornare urna sed elementum. Praesent sit amet lorem laoreet, efficitur nunc  tempus odio. Fusce aliquam tellus quis tortor vel sagittis luctus. Aliquam risus scelerisque, aliquam orci quis, iaculis urna. Proin dapibus porta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urna, ac posuere nibh nulla eu mi. Fusce ultrices scelerisque eros dignissim. Pellentesque mollis nibh at nibh imperdiet, sed quis ullamcorper.</a:t>
            </a:r>
          </a:p>
        </p:txBody>
      </p:sp>
      <p:sp>
        <p:nvSpPr>
          <p:cNvPr id="192" name="Text Placeholder 6"/>
          <p:cNvSpPr>
            <a:spLocks noGrp="1"/>
          </p:cNvSpPr>
          <p:nvPr>
            <p:ph type="body" sz="quarter" idx="26"/>
          </p:nvPr>
        </p:nvSpPr>
        <p:spPr>
          <a:xfrm>
            <a:off x="3333572" y="1524000"/>
            <a:ext cx="2475707" cy="4569563"/>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 pulvinar a sapien. Orci natoque penatibus </a:t>
            </a:r>
            <a:br/>
            <a:r>
              <a:t>et magnis dis parturient montes, nascetur ridiculus mus. Quisque bibendum ornare urna sed elementum. Praesent sit amet lorem laoreet, efficitur nunc vel, tempus odio. Fusce aliquam tellus quis ac tortor sagittis luctus. Aliquam risus scelerisque, aliquam orci quis, iaculis urna. Proin dapibus porta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Efficitur scelerisque velit. Vestibulum viverra, ante ac placerat pulvinar, erat risus pellentesque urna, ac posuere nibh nulla eu mi. Fusce scelerisque ultrices eros quis dignissim. Pellentesque mollis nibh at nibh imperdiet, sed ullamcorper velit posuere. Integer et velit blandit.</a:t>
            </a:r>
          </a:p>
        </p:txBody>
      </p:sp>
    </p:spTree>
    <p:extLst>
      <p:ext uri="{BB962C8B-B14F-4D97-AF65-F5344CB8AC3E}">
        <p14:creationId xmlns:p14="http://schemas.microsoft.com/office/powerpoint/2010/main" val="316367884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Text, 4 columns, short dividers">
    <p:spTree>
      <p:nvGrpSpPr>
        <p:cNvPr id="1" name=""/>
        <p:cNvGrpSpPr/>
        <p:nvPr/>
      </p:nvGrpSpPr>
      <p:grpSpPr>
        <a:xfrm>
          <a:off x="0" y="0"/>
          <a:ext cx="0" cy="0"/>
          <a:chOff x="0" y="0"/>
          <a:chExt cx="0" cy="0"/>
        </a:xfrm>
      </p:grpSpPr>
      <p:sp>
        <p:nvSpPr>
          <p:cNvPr id="199" name="Straight Connector 19"/>
          <p:cNvSpPr/>
          <p:nvPr/>
        </p:nvSpPr>
        <p:spPr>
          <a:xfrm flipH="1">
            <a:off x="3048000" y="1522413"/>
            <a:ext cx="1" cy="4572737"/>
          </a:xfrm>
          <a:prstGeom prst="line">
            <a:avLst/>
          </a:prstGeom>
          <a:ln w="12700">
            <a:solidFill>
              <a:srgbClr val="000000"/>
            </a:solidFill>
          </a:ln>
        </p:spPr>
        <p:txBody>
          <a:bodyPr lIns="22860" rIns="22860"/>
          <a:lstStyle/>
          <a:p>
            <a:endParaRPr sz="900"/>
          </a:p>
        </p:txBody>
      </p:sp>
      <p:sp>
        <p:nvSpPr>
          <p:cNvPr id="200" name="Straight Connector 20"/>
          <p:cNvSpPr/>
          <p:nvPr/>
        </p:nvSpPr>
        <p:spPr>
          <a:xfrm flipH="1">
            <a:off x="6094476" y="1522413"/>
            <a:ext cx="1" cy="4575175"/>
          </a:xfrm>
          <a:prstGeom prst="line">
            <a:avLst/>
          </a:prstGeom>
          <a:ln w="12700">
            <a:solidFill>
              <a:srgbClr val="000000"/>
            </a:solidFill>
          </a:ln>
        </p:spPr>
        <p:txBody>
          <a:bodyPr lIns="22860" rIns="22860"/>
          <a:lstStyle/>
          <a:p>
            <a:endParaRPr sz="900"/>
          </a:p>
        </p:txBody>
      </p:sp>
      <p:sp>
        <p:nvSpPr>
          <p:cNvPr id="201" name="Straight Connector 21"/>
          <p:cNvSpPr/>
          <p:nvPr/>
        </p:nvSpPr>
        <p:spPr>
          <a:xfrm flipH="1">
            <a:off x="9144000" y="1522413"/>
            <a:ext cx="1" cy="4575175"/>
          </a:xfrm>
          <a:prstGeom prst="line">
            <a:avLst/>
          </a:prstGeom>
          <a:ln w="12700">
            <a:solidFill>
              <a:srgbClr val="000000"/>
            </a:solidFill>
          </a:ln>
        </p:spPr>
        <p:txBody>
          <a:bodyPr lIns="22860" rIns="22860"/>
          <a:lstStyle/>
          <a:p>
            <a:endParaRPr sz="900"/>
          </a:p>
        </p:txBody>
      </p:sp>
      <p:sp>
        <p:nvSpPr>
          <p:cNvPr id="2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03" name="Text Placeholder 4"/>
          <p:cNvSpPr>
            <a:spLocks noGrp="1"/>
          </p:cNvSpPr>
          <p:nvPr>
            <p:ph type="body" sz="quarter" idx="21"/>
          </p:nvPr>
        </p:nvSpPr>
        <p:spPr>
          <a:xfrm>
            <a:off x="284861" y="1524000"/>
            <a:ext cx="2478088" cy="4569563"/>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 a pulvinar sapien. Orci natoque penatibus et magnis dis parturient montes, nascetur ridiculus mus. </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Ornare urna sed elementum. Praesent sit amet lorem laoreet, efficitur nunc  tempus odio. Fusce aliquam tellus quis tortor vel sagittis luctus. Aliquam risus scelerisque, aliquam orci quis, iaculis urna. Proin dapibus porta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urna, ac posuere nibh nulla eu mi. Fusce ultrices scelerisque eros dignissim. Pellentesque mollis nibh at nibh imperdiet, sed quis ullamcorper.</a:t>
            </a:r>
          </a:p>
        </p:txBody>
      </p:sp>
      <p:sp>
        <p:nvSpPr>
          <p:cNvPr id="204" name="Text Placeholder 6"/>
          <p:cNvSpPr>
            <a:spLocks noGrp="1"/>
          </p:cNvSpPr>
          <p:nvPr>
            <p:ph type="body" sz="quarter" idx="22"/>
          </p:nvPr>
        </p:nvSpPr>
        <p:spPr>
          <a:xfrm>
            <a:off x="3333572" y="1524000"/>
            <a:ext cx="2475707" cy="4569563"/>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 pulvinar a sapien. Orci natoque penatibus </a:t>
            </a:r>
            <a:br/>
            <a:r>
              <a:t>et magnis dis parturient montes, nascetur ridiculus mus. Quisque bibendum ornare urna sed elementum. Praesent sit amet lorem laoreet, efficitur nunc vel, tempus odio. Fusce aliquam tellus quis ac tortor sagittis luctus. Aliquam risus scelerisque, aliquam orci quis, iaculis urna. Proin dapibus porta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Efficitur scelerisque velit. Vestibulum viverra, ante ac placerat pulvinar, erat risus pellentesque urna, ac posuere nibh nulla eu mi. Fusce scelerisque ultrices eros quis dignissim. Pellentesque mollis nibh at nibh imperdiet, sed ullamcorper velit posuere. Integer et velit blandit.</a:t>
            </a:r>
          </a:p>
        </p:txBody>
      </p:sp>
      <p:sp>
        <p:nvSpPr>
          <p:cNvPr id="205" name="Text Placeholder 8"/>
          <p:cNvSpPr>
            <a:spLocks noGrp="1"/>
          </p:cNvSpPr>
          <p:nvPr>
            <p:ph type="body" sz="quarter" idx="23"/>
          </p:nvPr>
        </p:nvSpPr>
        <p:spPr>
          <a:xfrm>
            <a:off x="6377908" y="1524000"/>
            <a:ext cx="2476501" cy="4569563"/>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 a pulvinar sapien. Orci natoque penatibus et magnis dis parturient montes, nascetur ridiculus mus. </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Ornare urna sed elementum. Praesent sit amet lorem laoreet, efficitur nunc  tempus odio. Fusce aliquam tellus quis tortor vel sagittis luctus. Aliquam risus scelerisque, aliquam orci quis, iaculis urna. Proin dapibus porta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urna, ac posuere nibh nulla eu mi. Fusce ultrices scelerisque eros dignissim. Pellentesque mollis nibh at nibh imperdiet, sed quis ullamcorper.</a:t>
            </a:r>
          </a:p>
        </p:txBody>
      </p:sp>
      <p:sp>
        <p:nvSpPr>
          <p:cNvPr id="206" name="Text Placeholder 10"/>
          <p:cNvSpPr>
            <a:spLocks noGrp="1"/>
          </p:cNvSpPr>
          <p:nvPr>
            <p:ph type="body" sz="quarter" idx="24"/>
          </p:nvPr>
        </p:nvSpPr>
        <p:spPr>
          <a:xfrm>
            <a:off x="9427318" y="1524000"/>
            <a:ext cx="2470730" cy="4569563"/>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 a pulvinar sapien. Orci natoque penatibus et magnis dis parturient montes, nascetur ridiculus mus. </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Quisque bibendum ornare urna sed elementum. Praesent sit amet lorem laoreet, efficitur nunc vel, tempus odio. Fusce aliquam tellus quis tortor sagittis luctus. Aliquam ac risus scelerisque, aliquam orci quis, iaculis urna. Proin dapibus porta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urna, ac posuere nibh nulla eu mi. Scelerisque ultrices eros quis dignissim.</a:t>
            </a:r>
          </a:p>
        </p:txBody>
      </p:sp>
      <p:sp>
        <p:nvSpPr>
          <p:cNvPr id="207" name="Footer"/>
          <p:cNvSpPr txBox="1">
            <a:spLocks noGrp="1"/>
          </p:cNvSpPr>
          <p:nvPr>
            <p:ph type="body" sz="quarter" idx="25"/>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208" name="28/36/42pt short headline, 3 lines maximum, sentence case"/>
          <p:cNvSpPr txBox="1">
            <a:spLocks noGrp="1"/>
          </p:cNvSpPr>
          <p:nvPr>
            <p:ph type="body" sz="quarter" idx="26"/>
          </p:nvPr>
        </p:nvSpPr>
        <p:spPr>
          <a:xfrm>
            <a:off x="283947" y="285750"/>
            <a:ext cx="2475707" cy="760378"/>
          </a:xfrm>
          <a:prstGeom prst="rect">
            <a:avLst/>
          </a:prstGeom>
        </p:spPr>
        <p:txBody>
          <a:bodyPr/>
          <a:lstStyle>
            <a:lvl1pPr defTabSz="1219200">
              <a:defRPr sz="1400"/>
            </a:lvl1pPr>
          </a:lstStyle>
          <a:p>
            <a:r>
              <a:t>28/36/42pt short headline, 3 lines maximum, sentence case</a:t>
            </a:r>
          </a:p>
        </p:txBody>
      </p:sp>
      <p:sp>
        <p:nvSpPr>
          <p:cNvPr id="209" name="Nulla eu mattis elit, efficitur scelerisque velit. Vestibulum viverra, ante ac placerat pulvinar, erat risus pellentesque urna"/>
          <p:cNvSpPr txBox="1">
            <a:spLocks noGrp="1"/>
          </p:cNvSpPr>
          <p:nvPr>
            <p:ph type="body" sz="quarter" idx="27"/>
          </p:nvPr>
        </p:nvSpPr>
        <p:spPr>
          <a:xfrm>
            <a:off x="3335122" y="287338"/>
            <a:ext cx="2472608" cy="764191"/>
          </a:xfrm>
          <a:prstGeom prst="rect">
            <a:avLst/>
          </a:prstGeom>
        </p:spPr>
        <p:txBody>
          <a:bodyPr/>
          <a:lstStyle>
            <a:lvl1pPr defTabSz="1219200">
              <a:defRPr sz="1000">
                <a:latin typeface="+mn-lt"/>
                <a:ea typeface="+mn-ea"/>
                <a:cs typeface="+mn-cs"/>
                <a:sym typeface="IBM Plex Sans"/>
              </a:defRPr>
            </a:lvl1pPr>
          </a:lstStyle>
          <a:p>
            <a:r>
              <a:t>Nulla eu mattis elit, efficitur scelerisque velit. Vestibulum viverra, ante ac placerat pulvinar, erat risus pellentesque urna</a:t>
            </a:r>
          </a:p>
        </p:txBody>
      </p:sp>
    </p:spTree>
    <p:extLst>
      <p:ext uri="{BB962C8B-B14F-4D97-AF65-F5344CB8AC3E}">
        <p14:creationId xmlns:p14="http://schemas.microsoft.com/office/powerpoint/2010/main" val="2656172026"/>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name="Text, 4 columns, dividers, headlines">
    <p:spTree>
      <p:nvGrpSpPr>
        <p:cNvPr id="1" name=""/>
        <p:cNvGrpSpPr/>
        <p:nvPr/>
      </p:nvGrpSpPr>
      <p:grpSpPr>
        <a:xfrm>
          <a:off x="0" y="0"/>
          <a:ext cx="0" cy="0"/>
          <a:chOff x="0" y="0"/>
          <a:chExt cx="0" cy="0"/>
        </a:xfrm>
      </p:grpSpPr>
      <p:sp>
        <p:nvSpPr>
          <p:cNvPr id="216" name="Text Placeholder 6"/>
          <p:cNvSpPr>
            <a:spLocks noGrp="1"/>
          </p:cNvSpPr>
          <p:nvPr>
            <p:ph type="body" sz="quarter" idx="21"/>
          </p:nvPr>
        </p:nvSpPr>
        <p:spPr>
          <a:xfrm>
            <a:off x="3333750" y="1524000"/>
            <a:ext cx="2475707" cy="4566020"/>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 pulvinar a sapien. Orci natoque penatibus </a:t>
            </a:r>
            <a:br/>
            <a:r>
              <a:t>et magnis dis parturient montes, nascetur ridiculus mus. Quisque bibendum ornare urna sed elementum. Praesent sit amet lorem laoreet, efficitur nunc vel, tempus odio. Fusce aliquam tellus quis ac tortor sagittis luctus. Aliquam risus scelerisque, aliquam orci quis, iaculis urna. Proin dapibus porta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Efficitur scelerisque velit. Vestibulum viverra, ante ac placerat pulvinar, erat risus pellentesque urna, ac posuere nibh nulla eu mi. Fusce scelerisque ultrices eros quis dignissim. Pellentesque mollis nibh at nibh imperdiet, sed ullamcorper velit posuere. Integer et velit blandit.</a:t>
            </a:r>
          </a:p>
        </p:txBody>
      </p:sp>
      <p:sp>
        <p:nvSpPr>
          <p:cNvPr id="217" name="Text Placeholder 9"/>
          <p:cNvSpPr>
            <a:spLocks noGrp="1"/>
          </p:cNvSpPr>
          <p:nvPr>
            <p:ph type="body" sz="quarter" idx="22"/>
          </p:nvPr>
        </p:nvSpPr>
        <p:spPr>
          <a:xfrm>
            <a:off x="6381750" y="288036"/>
            <a:ext cx="2476500" cy="921518"/>
          </a:xfrm>
          <a:prstGeom prst="rect">
            <a:avLst/>
          </a:prstGeom>
        </p:spPr>
        <p:txBody>
          <a:bodyPr/>
          <a:lstStyle>
            <a:lvl1pPr defTabSz="1219200">
              <a:defRPr sz="1400"/>
            </a:lvl1pPr>
          </a:lstStyle>
          <a:p>
            <a:r>
              <a:t>28/36pt text, 3 lines maximum, sentence case</a:t>
            </a:r>
          </a:p>
        </p:txBody>
      </p:sp>
      <p:sp>
        <p:nvSpPr>
          <p:cNvPr id="218" name="Text Placeholder 8"/>
          <p:cNvSpPr>
            <a:spLocks noGrp="1"/>
          </p:cNvSpPr>
          <p:nvPr>
            <p:ph type="body" sz="quarter" idx="23"/>
          </p:nvPr>
        </p:nvSpPr>
        <p:spPr>
          <a:xfrm>
            <a:off x="6381750" y="1524000"/>
            <a:ext cx="2473809" cy="4567815"/>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 a pulvinar sapien. Orci natoque penatibus et magnis dis parturient montes, nascetur ridiculus mus. </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Ornare urna sed elementum. Praesent sit amet lorem laoreet, efficitur nunc  tempus odio. Fusce aliquam tellus quis tortor vel sagittis luctus. Aliquam risus scelerisque, aliquam orci quis, iaculis urna. Proin dapibus porta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urna, ac posuere nibh nulla eu mi. Fusce ultrices scelerisque eros dignissim. Pellentesque mollis nibh at nibh imperdiet, sed quis ullamcorper.</a:t>
            </a:r>
          </a:p>
        </p:txBody>
      </p:sp>
      <p:sp>
        <p:nvSpPr>
          <p:cNvPr id="219" name="Straight Connector 13"/>
          <p:cNvSpPr/>
          <p:nvPr/>
        </p:nvSpPr>
        <p:spPr>
          <a:xfrm flipH="1">
            <a:off x="3048000" y="285051"/>
            <a:ext cx="1" cy="5811041"/>
          </a:xfrm>
          <a:prstGeom prst="line">
            <a:avLst/>
          </a:prstGeom>
          <a:ln w="12700">
            <a:solidFill>
              <a:srgbClr val="000000"/>
            </a:solidFill>
          </a:ln>
        </p:spPr>
        <p:txBody>
          <a:bodyPr lIns="22860" rIns="22860"/>
          <a:lstStyle/>
          <a:p>
            <a:endParaRPr sz="900"/>
          </a:p>
        </p:txBody>
      </p:sp>
      <p:sp>
        <p:nvSpPr>
          <p:cNvPr id="220" name="Straight Connector 17"/>
          <p:cNvSpPr/>
          <p:nvPr/>
        </p:nvSpPr>
        <p:spPr>
          <a:xfrm flipH="1">
            <a:off x="6094476" y="285052"/>
            <a:ext cx="1" cy="5812536"/>
          </a:xfrm>
          <a:prstGeom prst="line">
            <a:avLst/>
          </a:prstGeom>
          <a:ln w="12700">
            <a:solidFill>
              <a:srgbClr val="000000"/>
            </a:solidFill>
          </a:ln>
        </p:spPr>
        <p:txBody>
          <a:bodyPr lIns="22860" rIns="22860"/>
          <a:lstStyle/>
          <a:p>
            <a:endParaRPr sz="900"/>
          </a:p>
        </p:txBody>
      </p:sp>
      <p:sp>
        <p:nvSpPr>
          <p:cNvPr id="221" name="Straight Connector 18"/>
          <p:cNvSpPr/>
          <p:nvPr/>
        </p:nvSpPr>
        <p:spPr>
          <a:xfrm flipH="1">
            <a:off x="9144000" y="285051"/>
            <a:ext cx="1" cy="5811041"/>
          </a:xfrm>
          <a:prstGeom prst="line">
            <a:avLst/>
          </a:prstGeom>
          <a:ln w="12700">
            <a:solidFill>
              <a:srgbClr val="000000"/>
            </a:solidFill>
          </a:ln>
        </p:spPr>
        <p:txBody>
          <a:bodyPr lIns="22860" rIns="22860"/>
          <a:lstStyle/>
          <a:p>
            <a:endParaRPr sz="900"/>
          </a:p>
        </p:txBody>
      </p:sp>
      <p:sp>
        <p:nvSpPr>
          <p:cNvPr id="222" name="Text Placeholder 12"/>
          <p:cNvSpPr>
            <a:spLocks noGrp="1"/>
          </p:cNvSpPr>
          <p:nvPr>
            <p:ph type="body" sz="quarter" idx="24"/>
          </p:nvPr>
        </p:nvSpPr>
        <p:spPr>
          <a:xfrm>
            <a:off x="9429750" y="288036"/>
            <a:ext cx="2467788" cy="921518"/>
          </a:xfrm>
          <a:prstGeom prst="rect">
            <a:avLst/>
          </a:prstGeom>
        </p:spPr>
        <p:txBody>
          <a:bodyPr/>
          <a:lstStyle>
            <a:lvl1pPr defTabSz="1219200">
              <a:defRPr sz="1400"/>
            </a:lvl1pPr>
          </a:lstStyle>
          <a:p>
            <a:r>
              <a:t>28/36pt text, 3 lines maximum, sentence case</a:t>
            </a:r>
          </a:p>
        </p:txBody>
      </p:sp>
      <p:sp>
        <p:nvSpPr>
          <p:cNvPr id="223" name="Text Placeholder 10"/>
          <p:cNvSpPr>
            <a:spLocks noGrp="1"/>
          </p:cNvSpPr>
          <p:nvPr>
            <p:ph type="body" sz="quarter" idx="25"/>
          </p:nvPr>
        </p:nvSpPr>
        <p:spPr>
          <a:xfrm>
            <a:off x="9429750" y="1524000"/>
            <a:ext cx="2468400" cy="4566472"/>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 a pulvinar sapien. Orci natoque penatibus et magnis dis parturient montes, nascetur ridiculus mus. </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Quisque bibendum ornare urna sed elementum. Praesent sit amet lorem laoreet, efficitur nunc vel, tempus odio. Fusce aliquam tellus quis tortor sagittis luctus. Aliquam ac risus scelerisque, aliquam orci quis, iaculis urna. Proin dapibus porta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urna, ac posuere nibh nulla eu mi. Scelerisque ultrices eros quis dignissim.</a:t>
            </a:r>
          </a:p>
        </p:txBody>
      </p:sp>
      <p:sp>
        <p:nvSpPr>
          <p:cNvPr id="2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25" name="Footer"/>
          <p:cNvSpPr txBox="1">
            <a:spLocks noGrp="1"/>
          </p:cNvSpPr>
          <p:nvPr>
            <p:ph type="body" sz="quarter" idx="26"/>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226" name="Text Placeholder 9"/>
          <p:cNvSpPr>
            <a:spLocks noGrp="1"/>
          </p:cNvSpPr>
          <p:nvPr>
            <p:ph type="body" sz="quarter" idx="27"/>
          </p:nvPr>
        </p:nvSpPr>
        <p:spPr>
          <a:xfrm>
            <a:off x="3333599" y="288036"/>
            <a:ext cx="2476501" cy="921518"/>
          </a:xfrm>
          <a:prstGeom prst="rect">
            <a:avLst/>
          </a:prstGeom>
        </p:spPr>
        <p:txBody>
          <a:bodyPr/>
          <a:lstStyle>
            <a:lvl1pPr defTabSz="1219200">
              <a:defRPr sz="1400"/>
            </a:lvl1pPr>
          </a:lstStyle>
          <a:p>
            <a:r>
              <a:t>28/36pt text, 3 lines maximum, sentence case</a:t>
            </a:r>
          </a:p>
        </p:txBody>
      </p:sp>
      <p:sp>
        <p:nvSpPr>
          <p:cNvPr id="227" name="28/36/42pt short headline, 3 lines maximum, sentence case"/>
          <p:cNvSpPr txBox="1">
            <a:spLocks noGrp="1"/>
          </p:cNvSpPr>
          <p:nvPr>
            <p:ph type="body" sz="quarter" idx="28"/>
          </p:nvPr>
        </p:nvSpPr>
        <p:spPr>
          <a:xfrm>
            <a:off x="283947" y="285750"/>
            <a:ext cx="2475707" cy="1231680"/>
          </a:xfrm>
          <a:prstGeom prst="rect">
            <a:avLst/>
          </a:prstGeom>
        </p:spPr>
        <p:txBody>
          <a:bodyPr/>
          <a:lstStyle>
            <a:lvl1pPr defTabSz="1219200">
              <a:defRPr sz="1400"/>
            </a:lvl1pPr>
          </a:lstStyle>
          <a:p>
            <a:r>
              <a:t>28/36/42pt short headline, 3 lines maximum, sentence case</a:t>
            </a:r>
          </a:p>
        </p:txBody>
      </p:sp>
    </p:spTree>
    <p:extLst>
      <p:ext uri="{BB962C8B-B14F-4D97-AF65-F5344CB8AC3E}">
        <p14:creationId xmlns:p14="http://schemas.microsoft.com/office/powerpoint/2010/main" val="4124488955"/>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Text, 4 columns, dividers, pictograms">
    <p:spTree>
      <p:nvGrpSpPr>
        <p:cNvPr id="1" name=""/>
        <p:cNvGrpSpPr/>
        <p:nvPr/>
      </p:nvGrpSpPr>
      <p:grpSpPr>
        <a:xfrm>
          <a:off x="0" y="0"/>
          <a:ext cx="0" cy="0"/>
          <a:chOff x="0" y="0"/>
          <a:chExt cx="0" cy="0"/>
        </a:xfrm>
      </p:grpSpPr>
      <p:sp>
        <p:nvSpPr>
          <p:cNvPr id="234" name="Picture Placeholder 13"/>
          <p:cNvSpPr>
            <a:spLocks noGrp="1"/>
          </p:cNvSpPr>
          <p:nvPr>
            <p:ph type="pic" sz="quarter" idx="21"/>
          </p:nvPr>
        </p:nvSpPr>
        <p:spPr>
          <a:xfrm>
            <a:off x="3333750" y="288036"/>
            <a:ext cx="608077" cy="608077"/>
          </a:xfrm>
          <a:prstGeom prst="rect">
            <a:avLst/>
          </a:prstGeom>
        </p:spPr>
        <p:txBody>
          <a:bodyPr lIns="91439" tIns="45719" rIns="91439" bIns="45719"/>
          <a:lstStyle/>
          <a:p>
            <a:endParaRPr/>
          </a:p>
        </p:txBody>
      </p:sp>
      <p:sp>
        <p:nvSpPr>
          <p:cNvPr id="235" name="Text Placeholder 9"/>
          <p:cNvSpPr>
            <a:spLocks noGrp="1"/>
          </p:cNvSpPr>
          <p:nvPr>
            <p:ph type="body" sz="quarter" idx="22"/>
          </p:nvPr>
        </p:nvSpPr>
        <p:spPr>
          <a:xfrm>
            <a:off x="3335338" y="1524000"/>
            <a:ext cx="2475707" cy="4566736"/>
          </a:xfrm>
          <a:prstGeom prst="rect">
            <a:avLst/>
          </a:prstGeom>
        </p:spPr>
        <p:txBody>
          <a:bodyPr/>
          <a:lstStyle>
            <a:lvl1pPr defTabSz="1219200">
              <a:defRPr sz="2400"/>
            </a:lvl1pPr>
          </a:lstStyle>
          <a:p>
            <a:pPr defTabSz="2438400">
              <a:defRPr sz="2400"/>
            </a:pPr>
            <a:r>
              <a:t>Lorem ipsum dolor sit amet elit consectetur adipiscing elit. Sed at sem erat. Vivamus a pulvinar sapien. Orci varius natoque penatibus et dis magnis parturient montes nascetur ridiculus mus. Quisque bibendum ornare urna sed elementum.</a:t>
            </a:r>
          </a:p>
          <a:p>
            <a:pPr defTabSz="2438400">
              <a:defRPr sz="2400"/>
            </a:pPr>
            <a:endParaRPr/>
          </a:p>
          <a:p>
            <a:pPr defTabSz="2438400">
              <a:defRPr sz="2400"/>
            </a:pPr>
            <a:r>
              <a:t>Praesent sit amet lorem laoreet efficitur nunc vel, tempus odio et. Fusce aliquam tellus a quis tortor sagittis luctus. Aliquam ac risus scelerisque, aliquam orci quis, iaculis urna. Proin dapibus porta mollis parturient.</a:t>
            </a:r>
          </a:p>
        </p:txBody>
      </p:sp>
      <p:sp>
        <p:nvSpPr>
          <p:cNvPr id="236" name="Picture Placeholder 13"/>
          <p:cNvSpPr>
            <a:spLocks noGrp="1"/>
          </p:cNvSpPr>
          <p:nvPr>
            <p:ph type="pic" sz="quarter" idx="23"/>
          </p:nvPr>
        </p:nvSpPr>
        <p:spPr>
          <a:xfrm>
            <a:off x="6380924" y="288036"/>
            <a:ext cx="608077" cy="608077"/>
          </a:xfrm>
          <a:prstGeom prst="rect">
            <a:avLst/>
          </a:prstGeom>
        </p:spPr>
        <p:txBody>
          <a:bodyPr lIns="91439" tIns="45719" rIns="91439" bIns="45719"/>
          <a:lstStyle/>
          <a:p>
            <a:endParaRPr/>
          </a:p>
        </p:txBody>
      </p:sp>
      <p:sp>
        <p:nvSpPr>
          <p:cNvPr id="237" name="Text Placeholder 9"/>
          <p:cNvSpPr>
            <a:spLocks noGrp="1"/>
          </p:cNvSpPr>
          <p:nvPr>
            <p:ph type="body" sz="quarter" idx="24"/>
          </p:nvPr>
        </p:nvSpPr>
        <p:spPr>
          <a:xfrm>
            <a:off x="6384328" y="1523999"/>
            <a:ext cx="2477098" cy="4576763"/>
          </a:xfrm>
          <a:prstGeom prst="rect">
            <a:avLst/>
          </a:prstGeom>
        </p:spPr>
        <p:txBody>
          <a:bodyPr/>
          <a:lstStyle>
            <a:lvl1pPr defTabSz="1219200">
              <a:defRPr sz="2400"/>
            </a:lvl1pPr>
          </a:lstStyle>
          <a:p>
            <a:pPr defTabSz="2438400">
              <a:defRPr sz="2400"/>
            </a:pPr>
            <a:r>
              <a:t>Lorem ipsum dolor sit amet elit consectetur adipiscing. Sed at sem erat. Vivamus a pulvinar sapien.</a:t>
            </a:r>
          </a:p>
          <a:p>
            <a:pPr defTabSz="2438400">
              <a:defRPr sz="2400"/>
            </a:pPr>
            <a:endParaRPr/>
          </a:p>
          <a:p>
            <a:pPr defTabSz="2438400">
              <a:defRPr sz="2400"/>
            </a:pPr>
            <a:r>
              <a:t>Praesent sit amet lorem laoreet efficitur nunc vel, tempus odio et. Fusce aliquam tellus a quis tortor sagittis luctus. Aliquam ac risus scelerisque, aliquam orci quis, iaculis urna. Proin dapibus porta mollis parturient.</a:t>
            </a:r>
          </a:p>
        </p:txBody>
      </p:sp>
      <p:sp>
        <p:nvSpPr>
          <p:cNvPr id="238" name="Picture Placeholder 13"/>
          <p:cNvSpPr>
            <a:spLocks noGrp="1"/>
          </p:cNvSpPr>
          <p:nvPr>
            <p:ph type="pic" sz="quarter" idx="25"/>
          </p:nvPr>
        </p:nvSpPr>
        <p:spPr>
          <a:xfrm>
            <a:off x="9429750" y="288036"/>
            <a:ext cx="608077" cy="608077"/>
          </a:xfrm>
          <a:prstGeom prst="rect">
            <a:avLst/>
          </a:prstGeom>
        </p:spPr>
        <p:txBody>
          <a:bodyPr lIns="91439" tIns="45719" rIns="91439" bIns="45719"/>
          <a:lstStyle/>
          <a:p>
            <a:endParaRPr/>
          </a:p>
        </p:txBody>
      </p:sp>
      <p:sp>
        <p:nvSpPr>
          <p:cNvPr id="239" name="Text Placeholder 9"/>
          <p:cNvSpPr>
            <a:spLocks noGrp="1"/>
          </p:cNvSpPr>
          <p:nvPr>
            <p:ph type="body" sz="quarter" idx="26"/>
          </p:nvPr>
        </p:nvSpPr>
        <p:spPr>
          <a:xfrm>
            <a:off x="9427940" y="1524000"/>
            <a:ext cx="2469858" cy="4576763"/>
          </a:xfrm>
          <a:prstGeom prst="rect">
            <a:avLst/>
          </a:prstGeom>
        </p:spPr>
        <p:txBody>
          <a:bodyPr/>
          <a:lstStyle>
            <a:lvl1pPr defTabSz="1219200">
              <a:defRPr sz="1200"/>
            </a:lvl1pPr>
          </a:lstStyle>
          <a:p>
            <a:r>
              <a:t>Lorem ipsum dolor sit amet elit consectetur adipiscing elit. Sed at sem erat. Vvarius natoque ivamus a pulvinar sapien. Orci penatibus et magnis dis parturient montes, nascetur ridiculus mus.</a:t>
            </a:r>
          </a:p>
        </p:txBody>
      </p:sp>
      <p:sp>
        <p:nvSpPr>
          <p:cNvPr id="2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41" name="Straight Connector 3"/>
          <p:cNvSpPr/>
          <p:nvPr/>
        </p:nvSpPr>
        <p:spPr>
          <a:xfrm flipH="1">
            <a:off x="3048000" y="285051"/>
            <a:ext cx="1" cy="5815711"/>
          </a:xfrm>
          <a:prstGeom prst="line">
            <a:avLst/>
          </a:prstGeom>
          <a:ln w="12700">
            <a:solidFill>
              <a:srgbClr val="000000"/>
            </a:solidFill>
          </a:ln>
        </p:spPr>
        <p:txBody>
          <a:bodyPr lIns="22860" rIns="22860"/>
          <a:lstStyle/>
          <a:p>
            <a:endParaRPr sz="900"/>
          </a:p>
        </p:txBody>
      </p:sp>
      <p:sp>
        <p:nvSpPr>
          <p:cNvPr id="242" name="Straight Connector 5"/>
          <p:cNvSpPr/>
          <p:nvPr/>
        </p:nvSpPr>
        <p:spPr>
          <a:xfrm flipH="1">
            <a:off x="6096064" y="285052"/>
            <a:ext cx="1" cy="5812536"/>
          </a:xfrm>
          <a:prstGeom prst="line">
            <a:avLst/>
          </a:prstGeom>
          <a:ln w="12700">
            <a:solidFill>
              <a:srgbClr val="000000"/>
            </a:solidFill>
          </a:ln>
        </p:spPr>
        <p:txBody>
          <a:bodyPr lIns="22860" rIns="22860"/>
          <a:lstStyle/>
          <a:p>
            <a:endParaRPr sz="900"/>
          </a:p>
        </p:txBody>
      </p:sp>
      <p:sp>
        <p:nvSpPr>
          <p:cNvPr id="243" name="Straight Connector 7"/>
          <p:cNvSpPr/>
          <p:nvPr/>
        </p:nvSpPr>
        <p:spPr>
          <a:xfrm flipH="1">
            <a:off x="9144000" y="285051"/>
            <a:ext cx="1" cy="5811041"/>
          </a:xfrm>
          <a:prstGeom prst="line">
            <a:avLst/>
          </a:prstGeom>
          <a:ln w="12700">
            <a:solidFill>
              <a:srgbClr val="000000"/>
            </a:solidFill>
          </a:ln>
        </p:spPr>
        <p:txBody>
          <a:bodyPr lIns="22860" rIns="22860"/>
          <a:lstStyle/>
          <a:p>
            <a:endParaRPr sz="900"/>
          </a:p>
        </p:txBody>
      </p:sp>
      <p:sp>
        <p:nvSpPr>
          <p:cNvPr id="244" name="Footer"/>
          <p:cNvSpPr txBox="1">
            <a:spLocks noGrp="1"/>
          </p:cNvSpPr>
          <p:nvPr>
            <p:ph type="body" sz="quarter" idx="27"/>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245" name="24/28pt, 2 lines maximum, sentence case"/>
          <p:cNvSpPr txBox="1">
            <a:spLocks noGrp="1"/>
          </p:cNvSpPr>
          <p:nvPr>
            <p:ph type="body" sz="quarter" idx="28"/>
          </p:nvPr>
        </p:nvSpPr>
        <p:spPr>
          <a:xfrm>
            <a:off x="287122" y="287338"/>
            <a:ext cx="2471452" cy="1049941"/>
          </a:xfrm>
          <a:prstGeom prst="rect">
            <a:avLst/>
          </a:prstGeom>
        </p:spPr>
        <p:txBody>
          <a:bodyPr/>
          <a:lstStyle>
            <a:lvl1pPr defTabSz="1219200">
              <a:defRPr sz="1200"/>
            </a:lvl1pPr>
          </a:lstStyle>
          <a:p>
            <a:r>
              <a:t>24/28pt, 2 lines maximum, sentence case</a:t>
            </a:r>
          </a:p>
        </p:txBody>
      </p:sp>
      <p:sp>
        <p:nvSpPr>
          <p:cNvPr id="246" name="28/36/42pt headline,  5 lines maximum, sentence case"/>
          <p:cNvSpPr txBox="1">
            <a:spLocks noGrp="1"/>
          </p:cNvSpPr>
          <p:nvPr>
            <p:ph type="body" sz="quarter" idx="29"/>
          </p:nvPr>
        </p:nvSpPr>
        <p:spPr>
          <a:xfrm>
            <a:off x="282672" y="1523227"/>
            <a:ext cx="2480352" cy="2286032"/>
          </a:xfrm>
          <a:prstGeom prst="rect">
            <a:avLst/>
          </a:prstGeom>
        </p:spPr>
        <p:txBody>
          <a:bodyPr/>
          <a:lstStyle>
            <a:lvl1pPr defTabSz="1219200">
              <a:defRPr/>
            </a:lvl1pPr>
          </a:lstStyle>
          <a:p>
            <a:pPr defTabSz="2438400"/>
            <a:r>
              <a:t>28/36/42pt headline, </a:t>
            </a:r>
            <a:br/>
            <a:r>
              <a:t>5 lines maximum, sentence case</a:t>
            </a:r>
          </a:p>
        </p:txBody>
      </p:sp>
    </p:spTree>
    <p:extLst>
      <p:ext uri="{BB962C8B-B14F-4D97-AF65-F5344CB8AC3E}">
        <p14:creationId xmlns:p14="http://schemas.microsoft.com/office/powerpoint/2010/main" val="1772666148"/>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Text, 1 wide column, divider">
    <p:spTree>
      <p:nvGrpSpPr>
        <p:cNvPr id="1" name=""/>
        <p:cNvGrpSpPr/>
        <p:nvPr/>
      </p:nvGrpSpPr>
      <p:grpSpPr>
        <a:xfrm>
          <a:off x="0" y="0"/>
          <a:ext cx="0" cy="0"/>
          <a:chOff x="0" y="0"/>
          <a:chExt cx="0" cy="0"/>
        </a:xfrm>
      </p:grpSpPr>
      <p:sp>
        <p:nvSpPr>
          <p:cNvPr id="253" name="Text Placeholder 6"/>
          <p:cNvSpPr>
            <a:spLocks noGrp="1"/>
          </p:cNvSpPr>
          <p:nvPr>
            <p:ph type="body" sz="quarter" idx="21"/>
          </p:nvPr>
        </p:nvSpPr>
        <p:spPr>
          <a:xfrm>
            <a:off x="3334577" y="1524000"/>
            <a:ext cx="2475707" cy="4567224"/>
          </a:xfrm>
          <a:prstGeom prst="rect">
            <a:avLst/>
          </a:prstGeom>
        </p:spPr>
        <p:txBody>
          <a:bodyPr/>
          <a:lstStyle>
            <a:lvl1pPr defTabSz="1219200">
              <a:defRPr sz="1400"/>
            </a:lvl1pPr>
          </a:lstStyle>
          <a:p>
            <a:r>
              <a:t>Lorem ipsum dolor sit amet donec quam felis ultricies nec pellentesque eu pretium quis sem. Nulla consequat massa quis enim.</a:t>
            </a:r>
          </a:p>
        </p:txBody>
      </p:sp>
      <p:sp>
        <p:nvSpPr>
          <p:cNvPr id="254" name="Text Placeholder 8"/>
          <p:cNvSpPr>
            <a:spLocks noGrp="1"/>
          </p:cNvSpPr>
          <p:nvPr>
            <p:ph type="body" sz="half" idx="22"/>
          </p:nvPr>
        </p:nvSpPr>
        <p:spPr>
          <a:xfrm>
            <a:off x="6379041" y="1524000"/>
            <a:ext cx="5051786" cy="4566160"/>
          </a:xfrm>
          <a:prstGeom prst="rect">
            <a:avLst/>
          </a:prstGeom>
        </p:spPr>
        <p:txBody>
          <a:bodyPr/>
          <a:lstStyle>
            <a:lvl1pPr defTabSz="1219200">
              <a:defRPr sz="2800"/>
            </a:lvl1pPr>
          </a:lstStyle>
          <a:p>
            <a:pPr defTabSz="2438400">
              <a:defRPr sz="2800"/>
            </a:pPr>
            <a:r>
              <a:t>Lorem ipsum dolor sit amet, consectetur adipiscing elit. Sed </a:t>
            </a:r>
            <a:br/>
            <a:r>
              <a:t>at sem erat. Vivamus a pulvinar sapien. Orci varius natoque penatibus et magnis dis parturient montes, nascetur ridiculus mus. Quisque bibendum ornare urna sed elementum. Praesent sit amet lorem laoreet, efficitur nunc vel, tempus odio. Fusce aliquam tellus quis tortor sagittis luctus. Aliquam ac risus scelerisque, aliquam orci quis, iaculis urna. </a:t>
            </a:r>
          </a:p>
          <a:p>
            <a:pPr defTabSz="2438400">
              <a:defRPr sz="2800"/>
            </a:pPr>
            <a:endParaRPr/>
          </a:p>
          <a:p>
            <a:pPr defTabSz="2438400">
              <a:defRPr sz="2800"/>
            </a:pPr>
            <a:r>
              <a:t>Nulla eu mattis elit, efficitur scelerisque velit. Vestibulum viverra, ante ac placerat pulvinar, erat risus pellentesque urna, ac posuere nibh nulla eu mi. Fusce scelerisque ultrices eros </a:t>
            </a:r>
            <a:br/>
            <a:r>
              <a:t>quis dignissim. Pellentesque mollis nibh at nibh imperdiet, sed ullamcorper velit posuere. Integer et velit blandit, cursus neque ac, ullamcorper risus. Nulla facilisi. Sed rutrum auctor ipsum, </a:t>
            </a:r>
            <a:br/>
            <a:r>
              <a:t>ac pretium diam vehicula id.</a:t>
            </a:r>
          </a:p>
        </p:txBody>
      </p:sp>
      <p:sp>
        <p:nvSpPr>
          <p:cNvPr id="2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56" name="Footer"/>
          <p:cNvSpPr txBox="1">
            <a:spLocks noGrp="1"/>
          </p:cNvSpPr>
          <p:nvPr>
            <p:ph type="body" sz="quarter" idx="23"/>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257" name="42/68pt"/>
          <p:cNvSpPr txBox="1">
            <a:spLocks noGrp="1"/>
          </p:cNvSpPr>
          <p:nvPr>
            <p:ph type="body" sz="quarter" idx="24"/>
          </p:nvPr>
        </p:nvSpPr>
        <p:spPr>
          <a:xfrm>
            <a:off x="284239" y="160338"/>
            <a:ext cx="2480371" cy="2149119"/>
          </a:xfrm>
          <a:prstGeom prst="rect">
            <a:avLst/>
          </a:prstGeom>
        </p:spPr>
        <p:txBody>
          <a:bodyPr/>
          <a:lstStyle>
            <a:lvl1pPr defTabSz="1219200">
              <a:lnSpc>
                <a:spcPct val="90000"/>
              </a:lnSpc>
              <a:defRPr sz="3400"/>
            </a:lvl1pPr>
          </a:lstStyle>
          <a:p>
            <a:r>
              <a:t>42/68pt </a:t>
            </a:r>
          </a:p>
        </p:txBody>
      </p:sp>
      <p:sp>
        <p:nvSpPr>
          <p:cNvPr id="258" name="1"/>
          <p:cNvSpPr txBox="1">
            <a:spLocks noGrp="1"/>
          </p:cNvSpPr>
          <p:nvPr>
            <p:ph type="body" sz="quarter" idx="25"/>
          </p:nvPr>
        </p:nvSpPr>
        <p:spPr>
          <a:xfrm>
            <a:off x="3333572" y="160338"/>
            <a:ext cx="2477716" cy="1103683"/>
          </a:xfrm>
          <a:prstGeom prst="rect">
            <a:avLst/>
          </a:prstGeom>
        </p:spPr>
        <p:txBody>
          <a:bodyPr/>
          <a:lstStyle>
            <a:lvl1pPr defTabSz="1219200">
              <a:lnSpc>
                <a:spcPct val="90000"/>
              </a:lnSpc>
              <a:defRPr sz="3400"/>
            </a:lvl1pPr>
          </a:lstStyle>
          <a:p>
            <a:r>
              <a:t>1 </a:t>
            </a:r>
          </a:p>
        </p:txBody>
      </p:sp>
    </p:spTree>
    <p:extLst>
      <p:ext uri="{BB962C8B-B14F-4D97-AF65-F5344CB8AC3E}">
        <p14:creationId xmlns:p14="http://schemas.microsoft.com/office/powerpoint/2010/main" val="18423458"/>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ext, 2 wide columns">
    <p:spTree>
      <p:nvGrpSpPr>
        <p:cNvPr id="1" name=""/>
        <p:cNvGrpSpPr/>
        <p:nvPr/>
      </p:nvGrpSpPr>
      <p:grpSpPr>
        <a:xfrm>
          <a:off x="0" y="0"/>
          <a:ext cx="0" cy="0"/>
          <a:chOff x="0" y="0"/>
          <a:chExt cx="0" cy="0"/>
        </a:xfrm>
      </p:grpSpPr>
      <p:sp>
        <p:nvSpPr>
          <p:cNvPr id="265" name="28/36/42pt headline, 3 lines maximum, sentence case"/>
          <p:cNvSpPr txBox="1">
            <a:spLocks noGrp="1"/>
          </p:cNvSpPr>
          <p:nvPr>
            <p:ph type="body" sz="quarter" idx="21"/>
          </p:nvPr>
        </p:nvSpPr>
        <p:spPr>
          <a:xfrm>
            <a:off x="285534" y="285902"/>
            <a:ext cx="3711118" cy="957563"/>
          </a:xfrm>
          <a:prstGeom prst="rect">
            <a:avLst/>
          </a:prstGeom>
        </p:spPr>
        <p:txBody>
          <a:bodyPr/>
          <a:lstStyle>
            <a:lvl1pPr defTabSz="1219200"/>
          </a:lstStyle>
          <a:p>
            <a:r>
              <a:t>28/36/42pt headline, 3 lines maximum, sentence case</a:t>
            </a:r>
          </a:p>
        </p:txBody>
      </p:sp>
      <p:sp>
        <p:nvSpPr>
          <p:cNvPr id="266" name="Text Placeholder 4"/>
          <p:cNvSpPr>
            <a:spLocks noGrp="1"/>
          </p:cNvSpPr>
          <p:nvPr>
            <p:ph type="body" sz="half" idx="22"/>
          </p:nvPr>
        </p:nvSpPr>
        <p:spPr>
          <a:xfrm>
            <a:off x="6379137" y="1523999"/>
            <a:ext cx="5052451" cy="4566917"/>
          </a:xfrm>
          <a:prstGeom prst="rect">
            <a:avLst/>
          </a:prstGeom>
        </p:spPr>
        <p:txBody>
          <a:bodyPr/>
          <a:lstStyle/>
          <a:p>
            <a:r>
              <a:t>28/36pt text Lorem ipsum dolor sit amet erat consectetur adipiscing elit. Sed at sem vivamus </a:t>
            </a:r>
          </a:p>
          <a:p>
            <a:r>
              <a:t>a pulvinar sapien. Orci varius natoque penatibus et magnis dis parturient montes, nascetur urna ridiculus mus. Quisque bibendum ornare sed.</a:t>
            </a:r>
          </a:p>
        </p:txBody>
      </p:sp>
      <p:sp>
        <p:nvSpPr>
          <p:cNvPr id="26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68" name="Footer"/>
          <p:cNvSpPr txBox="1">
            <a:spLocks noGrp="1"/>
          </p:cNvSpPr>
          <p:nvPr>
            <p:ph type="body" sz="quarter" idx="23"/>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269" name="Text Placeholder 4"/>
          <p:cNvSpPr>
            <a:spLocks noGrp="1"/>
          </p:cNvSpPr>
          <p:nvPr>
            <p:ph type="body" sz="half" idx="24"/>
          </p:nvPr>
        </p:nvSpPr>
        <p:spPr>
          <a:xfrm>
            <a:off x="284724" y="1523999"/>
            <a:ext cx="5052451" cy="4566917"/>
          </a:xfrm>
          <a:prstGeom prst="rect">
            <a:avLst/>
          </a:prstGeom>
        </p:spPr>
        <p:txBody>
          <a:bodyPr/>
          <a:lstStyle/>
          <a:p>
            <a:r>
              <a:t>28/36pt text Lorem ipsum dolor sit amet erat consectetur adipiscing elit. Sed at sem vivamus </a:t>
            </a:r>
          </a:p>
          <a:p>
            <a:r>
              <a:t>a pulvinar sapien. Orci varius natoque penatibus et magnis dis parturient montes, nascetur urna ridiculus mus. Quisque bibendum ornare sed.</a:t>
            </a:r>
          </a:p>
        </p:txBody>
      </p:sp>
    </p:spTree>
    <p:extLst>
      <p:ext uri="{BB962C8B-B14F-4D97-AF65-F5344CB8AC3E}">
        <p14:creationId xmlns:p14="http://schemas.microsoft.com/office/powerpoint/2010/main" val="3797609479"/>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x">
  <p:cSld name="Text, 2 columns, large title">
    <p:spTree>
      <p:nvGrpSpPr>
        <p:cNvPr id="1" name=""/>
        <p:cNvGrpSpPr/>
        <p:nvPr/>
      </p:nvGrpSpPr>
      <p:grpSpPr>
        <a:xfrm>
          <a:off x="0" y="0"/>
          <a:ext cx="0" cy="0"/>
          <a:chOff x="0" y="0"/>
          <a:chExt cx="0" cy="0"/>
        </a:xfrm>
      </p:grpSpPr>
      <p:sp>
        <p:nvSpPr>
          <p:cNvPr id="276" name="Text Placeholder 4"/>
          <p:cNvSpPr>
            <a:spLocks noGrp="1"/>
          </p:cNvSpPr>
          <p:nvPr>
            <p:ph type="body" sz="quarter" idx="21"/>
          </p:nvPr>
        </p:nvSpPr>
        <p:spPr>
          <a:xfrm>
            <a:off x="9429242" y="288035"/>
            <a:ext cx="2468449" cy="5803947"/>
          </a:xfrm>
          <a:prstGeom prst="rect">
            <a:avLst/>
          </a:prstGeom>
        </p:spPr>
        <p:txBody>
          <a:bodyPr/>
          <a:lstStyle>
            <a:lvl1pPr defTabSz="1219200">
              <a:defRPr sz="2800"/>
            </a:lvl1pPr>
          </a:lstStyle>
          <a:p>
            <a:pPr defTabSz="2438400">
              <a:defRPr sz="2800"/>
            </a:pPr>
            <a:r>
              <a:t>Nulla eu mattis elit, efficitur scelerisque velit. Vestibulum viverra, ante ac placerat. </a:t>
            </a:r>
          </a:p>
          <a:p>
            <a:pPr defTabSz="2438400">
              <a:defRPr sz="2800"/>
            </a:pPr>
            <a:endParaRPr/>
          </a:p>
          <a:p>
            <a:pPr defTabSz="2438400">
              <a:defRPr sz="2800"/>
            </a:pPr>
            <a:r>
              <a:t>Lorem ipsum dolor sit amet, consectetur adipiscing elit. </a:t>
            </a:r>
          </a:p>
          <a:p>
            <a:pPr defTabSz="2438400">
              <a:defRPr sz="2800"/>
            </a:pPr>
            <a:r>
              <a:t>Sed at sem erat. Vivamus a pulvinar sapien. Orci varius natoque penatibus et magnis dis parturient montes ante</a:t>
            </a:r>
          </a:p>
          <a:p>
            <a:pPr defTabSz="2438400">
              <a:defRPr sz="2800"/>
            </a:pPr>
            <a:r>
              <a:t>nascetur ridiculus mus.</a:t>
            </a:r>
          </a:p>
        </p:txBody>
      </p:sp>
      <p:sp>
        <p:nvSpPr>
          <p:cNvPr id="27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78" name="Footer"/>
          <p:cNvSpPr txBox="1">
            <a:spLocks noGrp="1"/>
          </p:cNvSpPr>
          <p:nvPr>
            <p:ph type="body" sz="quarter" idx="22"/>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279" name="Text Placeholder 4"/>
          <p:cNvSpPr>
            <a:spLocks noGrp="1"/>
          </p:cNvSpPr>
          <p:nvPr>
            <p:ph type="body" sz="quarter" idx="23"/>
          </p:nvPr>
        </p:nvSpPr>
        <p:spPr>
          <a:xfrm>
            <a:off x="6384578" y="288035"/>
            <a:ext cx="2468449" cy="5803947"/>
          </a:xfrm>
          <a:prstGeom prst="rect">
            <a:avLst/>
          </a:prstGeom>
        </p:spPr>
        <p:txBody>
          <a:bodyPr/>
          <a:lstStyle>
            <a:lvl1pPr defTabSz="1219200">
              <a:defRPr sz="2800"/>
            </a:lvl1pPr>
          </a:lstStyle>
          <a:p>
            <a:pPr defTabSz="2438400">
              <a:defRPr sz="2800"/>
            </a:pPr>
            <a:r>
              <a:t>Lorem ipsum dolor sit amet, consectetur adipiscing elit. </a:t>
            </a:r>
          </a:p>
          <a:p>
            <a:pPr defTabSz="2438400">
              <a:defRPr sz="2800"/>
            </a:pPr>
            <a:r>
              <a:t>Sed at sem erat. Vivamus a pulvinar sapien. Orci varius natoque penatibus et magnis dis parturient montes ante</a:t>
            </a:r>
          </a:p>
          <a:p>
            <a:pPr defTabSz="2438400">
              <a:defRPr sz="2800"/>
            </a:pPr>
            <a:r>
              <a:t>nascetur ridiculus mus. </a:t>
            </a:r>
          </a:p>
          <a:p>
            <a:pPr defTabSz="2438400">
              <a:defRPr sz="2800"/>
            </a:pPr>
            <a:endParaRPr/>
          </a:p>
          <a:p>
            <a:pPr defTabSz="2438400">
              <a:defRPr sz="2800"/>
            </a:pPr>
            <a:r>
              <a:t>Nulla eu mattis elit, efficitur scelerisque velit. Vestibulum viverra, ante ac placerat.</a:t>
            </a:r>
          </a:p>
        </p:txBody>
      </p:sp>
      <p:sp>
        <p:nvSpPr>
          <p:cNvPr id="280" name="68/84pt headline, 3 lines maximum, sentence case"/>
          <p:cNvSpPr txBox="1">
            <a:spLocks noGrp="1"/>
          </p:cNvSpPr>
          <p:nvPr>
            <p:ph type="body" sz="quarter" idx="24"/>
          </p:nvPr>
        </p:nvSpPr>
        <p:spPr>
          <a:xfrm>
            <a:off x="288709" y="160806"/>
            <a:ext cx="5520550" cy="2145630"/>
          </a:xfrm>
          <a:prstGeom prst="rect">
            <a:avLst/>
          </a:prstGeom>
        </p:spPr>
        <p:txBody>
          <a:bodyPr/>
          <a:lstStyle>
            <a:lvl1pPr defTabSz="1219200">
              <a:lnSpc>
                <a:spcPct val="90000"/>
              </a:lnSpc>
              <a:defRPr sz="3400"/>
            </a:lvl1pPr>
          </a:lstStyle>
          <a:p>
            <a:r>
              <a:t>68/84pt headline, 3 lines maximum, sentence case</a:t>
            </a:r>
          </a:p>
        </p:txBody>
      </p:sp>
    </p:spTree>
    <p:extLst>
      <p:ext uri="{BB962C8B-B14F-4D97-AF65-F5344CB8AC3E}">
        <p14:creationId xmlns:p14="http://schemas.microsoft.com/office/powerpoint/2010/main" val="602034654"/>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type="tx">
  <p:cSld name="Text, 2 columns, small title">
    <p:spTree>
      <p:nvGrpSpPr>
        <p:cNvPr id="1" name=""/>
        <p:cNvGrpSpPr/>
        <p:nvPr/>
      </p:nvGrpSpPr>
      <p:grpSpPr>
        <a:xfrm>
          <a:off x="0" y="0"/>
          <a:ext cx="0" cy="0"/>
          <a:chOff x="0" y="0"/>
          <a:chExt cx="0" cy="0"/>
        </a:xfrm>
      </p:grpSpPr>
      <p:sp>
        <p:nvSpPr>
          <p:cNvPr id="287" name="Text Placeholder 4"/>
          <p:cNvSpPr>
            <a:spLocks noGrp="1"/>
          </p:cNvSpPr>
          <p:nvPr>
            <p:ph type="body" sz="quarter" idx="21"/>
          </p:nvPr>
        </p:nvSpPr>
        <p:spPr>
          <a:xfrm>
            <a:off x="9429242" y="288035"/>
            <a:ext cx="2468449" cy="5803947"/>
          </a:xfrm>
          <a:prstGeom prst="rect">
            <a:avLst/>
          </a:prstGeom>
        </p:spPr>
        <p:txBody>
          <a:bodyPr/>
          <a:lstStyle>
            <a:lvl1pPr defTabSz="1219200">
              <a:defRPr sz="2800"/>
            </a:lvl1pPr>
          </a:lstStyle>
          <a:p>
            <a:pPr defTabSz="2438400">
              <a:defRPr sz="2800"/>
            </a:pPr>
            <a:r>
              <a:t>Nulla eu mattis elit, efficitur scelerisque velit. Vestibulum viverra, ante ac placerat. </a:t>
            </a:r>
          </a:p>
          <a:p>
            <a:pPr defTabSz="2438400">
              <a:defRPr sz="2800"/>
            </a:pPr>
            <a:endParaRPr/>
          </a:p>
          <a:p>
            <a:pPr defTabSz="2438400">
              <a:defRPr sz="2800"/>
            </a:pPr>
            <a:r>
              <a:t>Lorem ipsum dolor sit amet, consectetur adipiscing elit. </a:t>
            </a:r>
          </a:p>
          <a:p>
            <a:pPr defTabSz="2438400">
              <a:defRPr sz="2800"/>
            </a:pPr>
            <a:r>
              <a:t>Sed at sem erat. Vivamus a pulvinar sapien. Orci varius natoque penatibus et magnis dis parturient montes ante</a:t>
            </a:r>
          </a:p>
          <a:p>
            <a:pPr defTabSz="2438400">
              <a:defRPr sz="2800"/>
            </a:pPr>
            <a:r>
              <a:t>nascetur ridiculus mus.</a:t>
            </a:r>
          </a:p>
        </p:txBody>
      </p:sp>
      <p:sp>
        <p:nvSpPr>
          <p:cNvPr id="2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89" name="Footer"/>
          <p:cNvSpPr txBox="1">
            <a:spLocks noGrp="1"/>
          </p:cNvSpPr>
          <p:nvPr>
            <p:ph type="body" sz="quarter" idx="22"/>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290" name="28/36/42pt headline,  5 lines maximum, sentence case"/>
          <p:cNvSpPr txBox="1">
            <a:spLocks noGrp="1"/>
          </p:cNvSpPr>
          <p:nvPr>
            <p:ph type="body" sz="quarter" idx="23"/>
          </p:nvPr>
        </p:nvSpPr>
        <p:spPr>
          <a:xfrm>
            <a:off x="285534" y="285902"/>
            <a:ext cx="2477781" cy="2003649"/>
          </a:xfrm>
          <a:prstGeom prst="rect">
            <a:avLst/>
          </a:prstGeom>
        </p:spPr>
        <p:txBody>
          <a:bodyPr/>
          <a:lstStyle>
            <a:lvl1pPr defTabSz="1219200">
              <a:defRPr/>
            </a:lvl1pPr>
          </a:lstStyle>
          <a:p>
            <a:pPr defTabSz="2438400"/>
            <a:r>
              <a:t>28/36/42pt headline, </a:t>
            </a:r>
            <a:br/>
            <a:r>
              <a:t>5 lines maximum, sentence case</a:t>
            </a:r>
          </a:p>
        </p:txBody>
      </p:sp>
      <p:sp>
        <p:nvSpPr>
          <p:cNvPr id="291" name="Text Placeholder 4"/>
          <p:cNvSpPr>
            <a:spLocks noGrp="1"/>
          </p:cNvSpPr>
          <p:nvPr>
            <p:ph type="body" sz="quarter" idx="24"/>
          </p:nvPr>
        </p:nvSpPr>
        <p:spPr>
          <a:xfrm>
            <a:off x="6384578" y="288035"/>
            <a:ext cx="2468449" cy="5803947"/>
          </a:xfrm>
          <a:prstGeom prst="rect">
            <a:avLst/>
          </a:prstGeom>
        </p:spPr>
        <p:txBody>
          <a:bodyPr/>
          <a:lstStyle>
            <a:lvl1pPr defTabSz="1219200">
              <a:defRPr sz="2800"/>
            </a:lvl1pPr>
          </a:lstStyle>
          <a:p>
            <a:pPr defTabSz="2438400">
              <a:defRPr sz="2800"/>
            </a:pPr>
            <a:r>
              <a:t>Lorem ipsum dolor sit amet, consectetur adipiscing elit. </a:t>
            </a:r>
          </a:p>
          <a:p>
            <a:pPr defTabSz="2438400">
              <a:defRPr sz="2800"/>
            </a:pPr>
            <a:r>
              <a:t>Sed at sem erat. Vivamus a pulvinar sapien. Orci varius natoque penatibus et magnis dis parturient montes ante</a:t>
            </a:r>
          </a:p>
          <a:p>
            <a:pPr defTabSz="2438400">
              <a:defRPr sz="2800"/>
            </a:pPr>
            <a:r>
              <a:t>nascetur ridiculus mus. </a:t>
            </a:r>
          </a:p>
          <a:p>
            <a:pPr defTabSz="2438400">
              <a:defRPr sz="2800"/>
            </a:pPr>
            <a:endParaRPr/>
          </a:p>
          <a:p>
            <a:pPr defTabSz="2438400">
              <a:defRPr sz="2800"/>
            </a:pPr>
            <a:r>
              <a:t>Nulla eu mattis elit, efficitur scelerisque velit. Vestibulum viverra, ante ac placerat.</a:t>
            </a:r>
          </a:p>
        </p:txBody>
      </p:sp>
    </p:spTree>
    <p:extLst>
      <p:ext uri="{BB962C8B-B14F-4D97-AF65-F5344CB8AC3E}">
        <p14:creationId xmlns:p14="http://schemas.microsoft.com/office/powerpoint/2010/main" val="1151712437"/>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name="Text, 2 columns, dividers, large title">
    <p:spTree>
      <p:nvGrpSpPr>
        <p:cNvPr id="1" name=""/>
        <p:cNvGrpSpPr/>
        <p:nvPr/>
      </p:nvGrpSpPr>
      <p:grpSpPr>
        <a:xfrm>
          <a:off x="0" y="0"/>
          <a:ext cx="0" cy="0"/>
          <a:chOff x="0" y="0"/>
          <a:chExt cx="0" cy="0"/>
        </a:xfrm>
      </p:grpSpPr>
      <p:sp>
        <p:nvSpPr>
          <p:cNvPr id="298" name="Text Placeholder 8"/>
          <p:cNvSpPr>
            <a:spLocks noGrp="1"/>
          </p:cNvSpPr>
          <p:nvPr>
            <p:ph type="body" sz="quarter" idx="21"/>
          </p:nvPr>
        </p:nvSpPr>
        <p:spPr>
          <a:xfrm>
            <a:off x="6379059" y="1523999"/>
            <a:ext cx="2475498" cy="4566305"/>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a:t>
            </a:r>
          </a:p>
          <a:p>
            <a:pPr defTabSz="2438400">
              <a:defRPr sz="2000">
                <a:latin typeface="+mn-lt"/>
                <a:ea typeface="+mn-ea"/>
                <a:cs typeface="+mn-cs"/>
                <a:sym typeface="IBM Plex Sans"/>
              </a:defRPr>
            </a:pPr>
            <a:r>
              <a:t>pulvinar sapien. Orci varius natoque fusce penatibus et magnis dis parturient montes, nascetur ridiculus mus.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Ornare urna sed elementum. Praesent </a:t>
            </a:r>
          </a:p>
          <a:p>
            <a:pPr defTabSz="2438400">
              <a:defRPr sz="2000">
                <a:latin typeface="+mn-lt"/>
                <a:ea typeface="+mn-ea"/>
                <a:cs typeface="+mn-cs"/>
                <a:sym typeface="IBM Plex Sans"/>
              </a:defRPr>
            </a:pPr>
            <a:r>
              <a:t>sit amet lorem laoreet, efficitur nunc ante tempus odio. Fusce aliquam tellus a quis tortor sagittis luctus. Aliquam ac risus urna scelerisque, aliquam orci quis, est iaculis </a:t>
            </a:r>
          </a:p>
          <a:p>
            <a:pPr defTabSz="2438400">
              <a:defRPr sz="2000">
                <a:latin typeface="+mn-lt"/>
                <a:ea typeface="+mn-ea"/>
                <a:cs typeface="+mn-cs"/>
                <a:sym typeface="IBM Plex Sans"/>
              </a:defRPr>
            </a:pPr>
            <a:r>
              <a:t>porta proin dapibus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a urna, </a:t>
            </a:r>
          </a:p>
          <a:p>
            <a:pPr defTabSz="2438400">
              <a:defRPr sz="2000">
                <a:latin typeface="+mn-lt"/>
                <a:ea typeface="+mn-ea"/>
                <a:cs typeface="+mn-cs"/>
                <a:sym typeface="IBM Plex Sans"/>
              </a:defRPr>
            </a:pPr>
            <a:r>
              <a:t>ac posuere nibh nulla eu mi. Scelerisque ultrices eros quis dignissim pellentesque mollis nibh at nibh imperdiet ullamcorper.</a:t>
            </a:r>
          </a:p>
        </p:txBody>
      </p:sp>
      <p:sp>
        <p:nvSpPr>
          <p:cNvPr id="299" name="Text Placeholder 12"/>
          <p:cNvSpPr>
            <a:spLocks noGrp="1"/>
          </p:cNvSpPr>
          <p:nvPr>
            <p:ph type="body" sz="quarter" idx="22"/>
          </p:nvPr>
        </p:nvSpPr>
        <p:spPr>
          <a:xfrm>
            <a:off x="9429750" y="288036"/>
            <a:ext cx="2468953" cy="938881"/>
          </a:xfrm>
          <a:prstGeom prst="rect">
            <a:avLst/>
          </a:prstGeom>
        </p:spPr>
        <p:txBody>
          <a:bodyPr/>
          <a:lstStyle>
            <a:lvl1pPr defTabSz="1219200">
              <a:defRPr sz="1400"/>
            </a:lvl1pPr>
          </a:lstStyle>
          <a:p>
            <a:r>
              <a:t>28/36pt text, 3 lines maximum, sentence case</a:t>
            </a:r>
          </a:p>
        </p:txBody>
      </p:sp>
      <p:sp>
        <p:nvSpPr>
          <p:cNvPr id="300" name="Text Placeholder 8"/>
          <p:cNvSpPr>
            <a:spLocks noGrp="1"/>
          </p:cNvSpPr>
          <p:nvPr>
            <p:ph type="body" sz="quarter" idx="23"/>
          </p:nvPr>
        </p:nvSpPr>
        <p:spPr>
          <a:xfrm>
            <a:off x="9427130" y="1523999"/>
            <a:ext cx="2470144" cy="4568983"/>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a:t>
            </a:r>
          </a:p>
          <a:p>
            <a:pPr defTabSz="2438400">
              <a:defRPr sz="2000">
                <a:latin typeface="+mn-lt"/>
                <a:ea typeface="+mn-ea"/>
                <a:cs typeface="+mn-cs"/>
                <a:sym typeface="IBM Plex Sans"/>
              </a:defRPr>
            </a:pPr>
            <a:r>
              <a:t>pulvinar sapien. Orci varius natoque fusce penatibus et magnis dis parturient montes, nascetur ridiculus mus.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Ornare urna sed elementum. Praesent </a:t>
            </a:r>
          </a:p>
          <a:p>
            <a:pPr defTabSz="2438400">
              <a:defRPr sz="2000">
                <a:latin typeface="+mn-lt"/>
                <a:ea typeface="+mn-ea"/>
                <a:cs typeface="+mn-cs"/>
                <a:sym typeface="IBM Plex Sans"/>
              </a:defRPr>
            </a:pPr>
            <a:r>
              <a:t>sit amet lorem laoreet, efficitur nunc ante tempus odio. Fusce aliquam tellus a quis tortor sagittis luctus. Aliquam ac risus urna scelerisque, aliquam orci quis, est iaculis </a:t>
            </a:r>
          </a:p>
          <a:p>
            <a:pPr defTabSz="2438400">
              <a:defRPr sz="2000">
                <a:latin typeface="+mn-lt"/>
                <a:ea typeface="+mn-ea"/>
                <a:cs typeface="+mn-cs"/>
                <a:sym typeface="IBM Plex Sans"/>
              </a:defRPr>
            </a:pPr>
            <a:r>
              <a:t>porta proin dapibus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a urna, </a:t>
            </a:r>
          </a:p>
          <a:p>
            <a:pPr defTabSz="2438400">
              <a:defRPr sz="2000">
                <a:latin typeface="+mn-lt"/>
                <a:ea typeface="+mn-ea"/>
                <a:cs typeface="+mn-cs"/>
                <a:sym typeface="IBM Plex Sans"/>
              </a:defRPr>
            </a:pPr>
            <a:r>
              <a:t>ac posuere nibh nulla eu mi. Scelerisque ultrices eros quis dignissim pellentesque mollis nibh at nibh imperdiet ullamcorper.</a:t>
            </a:r>
          </a:p>
        </p:txBody>
      </p:sp>
      <p:sp>
        <p:nvSpPr>
          <p:cNvPr id="3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02" name="Footer"/>
          <p:cNvSpPr txBox="1">
            <a:spLocks noGrp="1"/>
          </p:cNvSpPr>
          <p:nvPr>
            <p:ph type="body" sz="quarter" idx="24"/>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303" name="68/84pt headline, 3 lines maximum, sentence case"/>
          <p:cNvSpPr txBox="1">
            <a:spLocks noGrp="1"/>
          </p:cNvSpPr>
          <p:nvPr>
            <p:ph type="body" sz="quarter" idx="25"/>
          </p:nvPr>
        </p:nvSpPr>
        <p:spPr>
          <a:xfrm>
            <a:off x="288709" y="160806"/>
            <a:ext cx="5520550" cy="2145630"/>
          </a:xfrm>
          <a:prstGeom prst="rect">
            <a:avLst/>
          </a:prstGeom>
        </p:spPr>
        <p:txBody>
          <a:bodyPr/>
          <a:lstStyle>
            <a:lvl1pPr defTabSz="1219200">
              <a:lnSpc>
                <a:spcPct val="90000"/>
              </a:lnSpc>
              <a:defRPr sz="3400"/>
            </a:lvl1pPr>
          </a:lstStyle>
          <a:p>
            <a:r>
              <a:t>68/84pt headline, 3 lines maximum, sentence case</a:t>
            </a:r>
          </a:p>
        </p:txBody>
      </p:sp>
      <p:sp>
        <p:nvSpPr>
          <p:cNvPr id="304" name="Text Placeholder 12"/>
          <p:cNvSpPr>
            <a:spLocks noGrp="1"/>
          </p:cNvSpPr>
          <p:nvPr>
            <p:ph type="body" sz="quarter" idx="26"/>
          </p:nvPr>
        </p:nvSpPr>
        <p:spPr>
          <a:xfrm>
            <a:off x="6384326" y="288036"/>
            <a:ext cx="2468953" cy="938881"/>
          </a:xfrm>
          <a:prstGeom prst="rect">
            <a:avLst/>
          </a:prstGeom>
        </p:spPr>
        <p:txBody>
          <a:bodyPr/>
          <a:lstStyle>
            <a:lvl1pPr defTabSz="1219200">
              <a:defRPr sz="1400"/>
            </a:lvl1pPr>
          </a:lstStyle>
          <a:p>
            <a:r>
              <a:t>28/36pt text, 3 lines maximum, sentence case</a:t>
            </a:r>
          </a:p>
        </p:txBody>
      </p:sp>
    </p:spTree>
    <p:extLst>
      <p:ext uri="{BB962C8B-B14F-4D97-AF65-F5344CB8AC3E}">
        <p14:creationId xmlns:p14="http://schemas.microsoft.com/office/powerpoint/2010/main" val="1081871429"/>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name="Text, 2 columns, dividers, small title">
    <p:spTree>
      <p:nvGrpSpPr>
        <p:cNvPr id="1" name=""/>
        <p:cNvGrpSpPr/>
        <p:nvPr/>
      </p:nvGrpSpPr>
      <p:grpSpPr>
        <a:xfrm>
          <a:off x="0" y="0"/>
          <a:ext cx="0" cy="0"/>
          <a:chOff x="0" y="0"/>
          <a:chExt cx="0" cy="0"/>
        </a:xfrm>
      </p:grpSpPr>
      <p:sp>
        <p:nvSpPr>
          <p:cNvPr id="311" name="Text Placeholder 8"/>
          <p:cNvSpPr>
            <a:spLocks noGrp="1"/>
          </p:cNvSpPr>
          <p:nvPr>
            <p:ph type="body" sz="quarter" idx="21"/>
          </p:nvPr>
        </p:nvSpPr>
        <p:spPr>
          <a:xfrm>
            <a:off x="6384279" y="1523999"/>
            <a:ext cx="2477305" cy="4566640"/>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a:t>
            </a:r>
          </a:p>
          <a:p>
            <a:pPr defTabSz="2438400">
              <a:defRPr sz="2000">
                <a:latin typeface="+mn-lt"/>
                <a:ea typeface="+mn-ea"/>
                <a:cs typeface="+mn-cs"/>
                <a:sym typeface="IBM Plex Sans"/>
              </a:defRPr>
            </a:pPr>
            <a:r>
              <a:t>pulvinar sapien. Orci varius natoque fusce penatibus et magnis dis parturient montes, nascetur ridiculus mus.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Ornare urna sed elementum. Praesent </a:t>
            </a:r>
          </a:p>
          <a:p>
            <a:pPr defTabSz="2438400">
              <a:defRPr sz="2000">
                <a:latin typeface="+mn-lt"/>
                <a:ea typeface="+mn-ea"/>
                <a:cs typeface="+mn-cs"/>
                <a:sym typeface="IBM Plex Sans"/>
              </a:defRPr>
            </a:pPr>
            <a:r>
              <a:t>sit amet lorem laoreet, efficitur nunc ante tempus odio. Fusce aliquam tellus a quis tortor sagittis luctus. Aliquam ac risus urna scelerisque, aliquam orci quis, est iaculis </a:t>
            </a:r>
          </a:p>
          <a:p>
            <a:pPr defTabSz="2438400">
              <a:defRPr sz="2000">
                <a:latin typeface="+mn-lt"/>
                <a:ea typeface="+mn-ea"/>
                <a:cs typeface="+mn-cs"/>
                <a:sym typeface="IBM Plex Sans"/>
              </a:defRPr>
            </a:pPr>
            <a:r>
              <a:t>porta proin dapibus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a urna, </a:t>
            </a:r>
          </a:p>
          <a:p>
            <a:pPr defTabSz="2438400">
              <a:defRPr sz="2000">
                <a:latin typeface="+mn-lt"/>
                <a:ea typeface="+mn-ea"/>
                <a:cs typeface="+mn-cs"/>
                <a:sym typeface="IBM Plex Sans"/>
              </a:defRPr>
            </a:pPr>
            <a:r>
              <a:t>ac posuere nibh nulla eu mi. Scelerisque ultrices eros quis dignissim pellentesque mollis nibh at nibh imperdiet ullamcorper.</a:t>
            </a:r>
          </a:p>
        </p:txBody>
      </p:sp>
      <p:sp>
        <p:nvSpPr>
          <p:cNvPr id="312" name="Text Placeholder 12"/>
          <p:cNvSpPr>
            <a:spLocks noGrp="1"/>
          </p:cNvSpPr>
          <p:nvPr>
            <p:ph type="body" sz="quarter" idx="22"/>
          </p:nvPr>
        </p:nvSpPr>
        <p:spPr>
          <a:xfrm>
            <a:off x="9432667" y="288036"/>
            <a:ext cx="2472108" cy="938881"/>
          </a:xfrm>
          <a:prstGeom prst="rect">
            <a:avLst/>
          </a:prstGeom>
        </p:spPr>
        <p:txBody>
          <a:bodyPr/>
          <a:lstStyle>
            <a:lvl1pPr defTabSz="1219200">
              <a:defRPr sz="1400"/>
            </a:lvl1pPr>
          </a:lstStyle>
          <a:p>
            <a:r>
              <a:t>28/36pt text, 3 lines maximum, sentence case</a:t>
            </a:r>
          </a:p>
        </p:txBody>
      </p:sp>
      <p:sp>
        <p:nvSpPr>
          <p:cNvPr id="313" name="Text Placeholder 8"/>
          <p:cNvSpPr>
            <a:spLocks noGrp="1"/>
          </p:cNvSpPr>
          <p:nvPr>
            <p:ph type="body" sz="quarter" idx="23"/>
          </p:nvPr>
        </p:nvSpPr>
        <p:spPr>
          <a:xfrm>
            <a:off x="9432856" y="1524000"/>
            <a:ext cx="2471127" cy="4567458"/>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a:t>
            </a:r>
          </a:p>
          <a:p>
            <a:pPr defTabSz="2438400">
              <a:defRPr sz="2000">
                <a:latin typeface="+mn-lt"/>
                <a:ea typeface="+mn-ea"/>
                <a:cs typeface="+mn-cs"/>
                <a:sym typeface="IBM Plex Sans"/>
              </a:defRPr>
            </a:pPr>
            <a:r>
              <a:t>pulvinar sapien. Orci varius natoque fusce penatibus et magnis dis parturient montes, nascetur ridiculus mus.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Ornare urna sed elementum. Praesent </a:t>
            </a:r>
          </a:p>
          <a:p>
            <a:pPr defTabSz="2438400">
              <a:defRPr sz="2000">
                <a:latin typeface="+mn-lt"/>
                <a:ea typeface="+mn-ea"/>
                <a:cs typeface="+mn-cs"/>
                <a:sym typeface="IBM Plex Sans"/>
              </a:defRPr>
            </a:pPr>
            <a:r>
              <a:t>sit amet lorem laoreet, efficitur nunc ante tempus odio. Fusce aliquam tellus a quis tortor sagittis luctus. Aliquam ac risus urna scelerisque, aliquam orci quis, est iaculis </a:t>
            </a:r>
          </a:p>
          <a:p>
            <a:pPr defTabSz="2438400">
              <a:defRPr sz="2000">
                <a:latin typeface="+mn-lt"/>
                <a:ea typeface="+mn-ea"/>
                <a:cs typeface="+mn-cs"/>
                <a:sym typeface="IBM Plex Sans"/>
              </a:defRPr>
            </a:pPr>
            <a:r>
              <a:t>porta proin dapibus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a urna, </a:t>
            </a:r>
          </a:p>
          <a:p>
            <a:pPr defTabSz="2438400">
              <a:defRPr sz="2000">
                <a:latin typeface="+mn-lt"/>
                <a:ea typeface="+mn-ea"/>
                <a:cs typeface="+mn-cs"/>
                <a:sym typeface="IBM Plex Sans"/>
              </a:defRPr>
            </a:pPr>
            <a:r>
              <a:t>ac posuere nibh nulla eu mi. Scelerisque ultrices eros quis dignissim pellentesque mollis nibh at nibh imperdiet ullamcorper.</a:t>
            </a:r>
          </a:p>
        </p:txBody>
      </p:sp>
      <p:sp>
        <p:nvSpPr>
          <p:cNvPr id="3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15" name="Footer"/>
          <p:cNvSpPr txBox="1">
            <a:spLocks noGrp="1"/>
          </p:cNvSpPr>
          <p:nvPr>
            <p:ph type="body" sz="quarter" idx="24"/>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316" name="28/36/42pt headline, 5 lines maximum, sentence case"/>
          <p:cNvSpPr txBox="1">
            <a:spLocks noGrp="1"/>
          </p:cNvSpPr>
          <p:nvPr>
            <p:ph type="body" sz="quarter" idx="25"/>
          </p:nvPr>
        </p:nvSpPr>
        <p:spPr>
          <a:xfrm>
            <a:off x="285534" y="285902"/>
            <a:ext cx="2477781" cy="2003649"/>
          </a:xfrm>
          <a:prstGeom prst="rect">
            <a:avLst/>
          </a:prstGeom>
        </p:spPr>
        <p:txBody>
          <a:bodyPr/>
          <a:lstStyle>
            <a:lvl1pPr defTabSz="1219200">
              <a:defRPr sz="1400"/>
            </a:lvl1pPr>
          </a:lstStyle>
          <a:p>
            <a:r>
              <a:t>28/36/42pt headline, 5 lines maximum, sentence case</a:t>
            </a:r>
          </a:p>
        </p:txBody>
      </p:sp>
      <p:sp>
        <p:nvSpPr>
          <p:cNvPr id="317" name="Text Placeholder 12"/>
          <p:cNvSpPr>
            <a:spLocks noGrp="1"/>
          </p:cNvSpPr>
          <p:nvPr>
            <p:ph type="body" sz="quarter" idx="26"/>
          </p:nvPr>
        </p:nvSpPr>
        <p:spPr>
          <a:xfrm>
            <a:off x="6382748" y="288036"/>
            <a:ext cx="2472108" cy="938881"/>
          </a:xfrm>
          <a:prstGeom prst="rect">
            <a:avLst/>
          </a:prstGeom>
        </p:spPr>
        <p:txBody>
          <a:bodyPr/>
          <a:lstStyle>
            <a:lvl1pPr defTabSz="1219200">
              <a:defRPr sz="1400"/>
            </a:lvl1pPr>
          </a:lstStyle>
          <a:p>
            <a:r>
              <a:t>28/36pt text, 3 lines maximum, sentence case</a:t>
            </a:r>
          </a:p>
        </p:txBody>
      </p:sp>
    </p:spTree>
    <p:extLst>
      <p:ext uri="{BB962C8B-B14F-4D97-AF65-F5344CB8AC3E}">
        <p14:creationId xmlns:p14="http://schemas.microsoft.com/office/powerpoint/2010/main" val="82612253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name="Text, 2 columns, dividers, pictograms">
    <p:spTree>
      <p:nvGrpSpPr>
        <p:cNvPr id="1" name=""/>
        <p:cNvGrpSpPr/>
        <p:nvPr/>
      </p:nvGrpSpPr>
      <p:grpSpPr>
        <a:xfrm>
          <a:off x="0" y="0"/>
          <a:ext cx="0" cy="0"/>
          <a:chOff x="0" y="0"/>
          <a:chExt cx="0" cy="0"/>
        </a:xfrm>
      </p:grpSpPr>
      <p:sp>
        <p:nvSpPr>
          <p:cNvPr id="324" name="Text Placeholder 6"/>
          <p:cNvSpPr>
            <a:spLocks noGrp="1"/>
          </p:cNvSpPr>
          <p:nvPr>
            <p:ph type="body" sz="quarter" idx="21"/>
          </p:nvPr>
        </p:nvSpPr>
        <p:spPr>
          <a:xfrm>
            <a:off x="3335338" y="1521095"/>
            <a:ext cx="2475707" cy="4582094"/>
          </a:xfrm>
          <a:prstGeom prst="rect">
            <a:avLst/>
          </a:prstGeom>
        </p:spPr>
        <p:txBody>
          <a:bodyPr/>
          <a:lstStyle>
            <a:lvl1pPr defTabSz="1219200">
              <a:defRPr sz="1400"/>
            </a:lvl1pPr>
          </a:lstStyle>
          <a:p>
            <a:r>
              <a:t>Lorem ipsum dolor sit amet donec quam felis ultricies nec pellentesque eu pretium quis sem. Nulla conset massa sed enim montes. </a:t>
            </a:r>
          </a:p>
        </p:txBody>
      </p:sp>
      <p:sp>
        <p:nvSpPr>
          <p:cNvPr id="325" name="Picture Placeholder 4"/>
          <p:cNvSpPr>
            <a:spLocks noGrp="1"/>
          </p:cNvSpPr>
          <p:nvPr>
            <p:ph type="pic" sz="quarter" idx="22"/>
          </p:nvPr>
        </p:nvSpPr>
        <p:spPr>
          <a:xfrm>
            <a:off x="6381750" y="288036"/>
            <a:ext cx="608077" cy="607232"/>
          </a:xfrm>
          <a:prstGeom prst="rect">
            <a:avLst/>
          </a:prstGeom>
        </p:spPr>
        <p:txBody>
          <a:bodyPr lIns="91439" tIns="45719" rIns="91439" bIns="45719"/>
          <a:lstStyle/>
          <a:p>
            <a:endParaRPr/>
          </a:p>
        </p:txBody>
      </p:sp>
      <p:sp>
        <p:nvSpPr>
          <p:cNvPr id="326" name="Text Placeholder 8"/>
          <p:cNvSpPr>
            <a:spLocks noGrp="1"/>
          </p:cNvSpPr>
          <p:nvPr>
            <p:ph type="body" sz="quarter" idx="23"/>
          </p:nvPr>
        </p:nvSpPr>
        <p:spPr>
          <a:xfrm>
            <a:off x="6378860" y="1524000"/>
            <a:ext cx="2476311" cy="4567365"/>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a:t>
            </a:r>
          </a:p>
          <a:p>
            <a:pPr defTabSz="2438400">
              <a:defRPr sz="2000">
                <a:latin typeface="+mn-lt"/>
                <a:ea typeface="+mn-ea"/>
                <a:cs typeface="+mn-cs"/>
                <a:sym typeface="IBM Plex Sans"/>
              </a:defRPr>
            </a:pPr>
            <a:r>
              <a:t>pulvinar sapien. Orci varius natoque fusce penatibus et magnis dis parturient montes, nascetur ridiculus mus.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Ornare urna sed elementum. Praesent </a:t>
            </a:r>
          </a:p>
          <a:p>
            <a:pPr defTabSz="2438400">
              <a:defRPr sz="2000">
                <a:latin typeface="+mn-lt"/>
                <a:ea typeface="+mn-ea"/>
                <a:cs typeface="+mn-cs"/>
                <a:sym typeface="IBM Plex Sans"/>
              </a:defRPr>
            </a:pPr>
            <a:r>
              <a:t>sit amet lorem laoreet, efficitur nunc ante tempus odio. Fusce aliquam tellus a quis tortor sagittis luctus. Aliquam ac risus urna scelerisque, aliquam orci quis, est iaculis </a:t>
            </a:r>
          </a:p>
          <a:p>
            <a:pPr defTabSz="2438400">
              <a:defRPr sz="2000">
                <a:latin typeface="+mn-lt"/>
                <a:ea typeface="+mn-ea"/>
                <a:cs typeface="+mn-cs"/>
                <a:sym typeface="IBM Plex Sans"/>
              </a:defRPr>
            </a:pPr>
            <a:r>
              <a:t>porta proin dapibus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a urna, </a:t>
            </a:r>
          </a:p>
          <a:p>
            <a:pPr defTabSz="2438400">
              <a:defRPr sz="2000">
                <a:latin typeface="+mn-lt"/>
                <a:ea typeface="+mn-ea"/>
                <a:cs typeface="+mn-cs"/>
                <a:sym typeface="IBM Plex Sans"/>
              </a:defRPr>
            </a:pPr>
            <a:r>
              <a:t>ac posuere nibh nulla eu mi. Scelerisque ultrices eros quis dignissim pellentesque mollis nibh at nibh imperdiet ullamcorper.</a:t>
            </a:r>
          </a:p>
        </p:txBody>
      </p:sp>
      <p:sp>
        <p:nvSpPr>
          <p:cNvPr id="327" name="Picture Placeholder 11"/>
          <p:cNvSpPr>
            <a:spLocks noGrp="1"/>
          </p:cNvSpPr>
          <p:nvPr>
            <p:ph type="pic" sz="quarter" idx="24"/>
          </p:nvPr>
        </p:nvSpPr>
        <p:spPr>
          <a:xfrm>
            <a:off x="9429750" y="288036"/>
            <a:ext cx="608922" cy="608077"/>
          </a:xfrm>
          <a:prstGeom prst="rect">
            <a:avLst/>
          </a:prstGeom>
        </p:spPr>
        <p:txBody>
          <a:bodyPr lIns="91439" tIns="45719" rIns="91439" bIns="45719"/>
          <a:lstStyle/>
          <a:p>
            <a:endParaRPr/>
          </a:p>
        </p:txBody>
      </p:sp>
      <p:sp>
        <p:nvSpPr>
          <p:cNvPr id="328" name="Text Placeholder 10"/>
          <p:cNvSpPr>
            <a:spLocks noGrp="1"/>
          </p:cNvSpPr>
          <p:nvPr>
            <p:ph type="body" sz="quarter" idx="25"/>
          </p:nvPr>
        </p:nvSpPr>
        <p:spPr>
          <a:xfrm>
            <a:off x="9429750" y="1523999"/>
            <a:ext cx="2468669" cy="4567486"/>
          </a:xfrm>
          <a:prstGeom prst="rect">
            <a:avLst/>
          </a:prstGeom>
        </p:spPr>
        <p:txBody>
          <a:bodyPr/>
          <a:lstStyle>
            <a:lvl1pPr defTabSz="1219200">
              <a:defRPr sz="2000">
                <a:latin typeface="+mn-lt"/>
                <a:ea typeface="+mn-ea"/>
                <a:cs typeface="+mn-cs"/>
                <a:sym typeface="IBM Plex Sans"/>
              </a:defRPr>
            </a:lvl1pPr>
          </a:lstStyle>
          <a:p>
            <a:pPr defTabSz="2438400">
              <a:defRPr sz="2000">
                <a:latin typeface="+mn-lt"/>
                <a:ea typeface="+mn-ea"/>
                <a:cs typeface="+mn-cs"/>
                <a:sym typeface="IBM Plex Sans"/>
              </a:defRPr>
            </a:pPr>
            <a:r>
              <a:t>Lorem ipsum dolor sit amet, consectetur adipiscing elit. Sed at sem erat. Vivamus</a:t>
            </a:r>
          </a:p>
          <a:p>
            <a:pPr defTabSz="2438400">
              <a:defRPr sz="2000">
                <a:latin typeface="+mn-lt"/>
                <a:ea typeface="+mn-ea"/>
                <a:cs typeface="+mn-cs"/>
                <a:sym typeface="IBM Plex Sans"/>
              </a:defRPr>
            </a:pPr>
            <a:r>
              <a:t>pulvinar sapien. Orci varius natoque fusce penatibus et magnis dis parturient montes, nascetur ridiculus mus.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Ornare urna sed elementum. Praesent </a:t>
            </a:r>
          </a:p>
          <a:p>
            <a:pPr defTabSz="2438400">
              <a:defRPr sz="2000">
                <a:latin typeface="+mn-lt"/>
                <a:ea typeface="+mn-ea"/>
                <a:cs typeface="+mn-cs"/>
                <a:sym typeface="IBM Plex Sans"/>
              </a:defRPr>
            </a:pPr>
            <a:r>
              <a:t>sit amet lorem laoreet, efficitur nunc ante tempus odio. Fusce aliquam tellus a quis tortor sagittis luctus. Aliquam ac risus urna scelerisque, aliquam orci quis, est iaculis </a:t>
            </a:r>
          </a:p>
          <a:p>
            <a:pPr defTabSz="2438400">
              <a:defRPr sz="2000">
                <a:latin typeface="+mn-lt"/>
                <a:ea typeface="+mn-ea"/>
                <a:cs typeface="+mn-cs"/>
                <a:sym typeface="IBM Plex Sans"/>
              </a:defRPr>
            </a:pPr>
            <a:r>
              <a:t>porta proin dapibus mollis.</a:t>
            </a:r>
          </a:p>
          <a:p>
            <a:pPr defTabSz="2438400">
              <a:defRPr sz="2000">
                <a:latin typeface="+mn-lt"/>
                <a:ea typeface="+mn-ea"/>
                <a:cs typeface="+mn-cs"/>
                <a:sym typeface="IBM Plex Sans"/>
              </a:defRPr>
            </a:pPr>
            <a:endParaRPr/>
          </a:p>
          <a:p>
            <a:pPr defTabSz="2438400">
              <a:defRPr sz="2000">
                <a:latin typeface="+mn-lt"/>
                <a:ea typeface="+mn-ea"/>
                <a:cs typeface="+mn-cs"/>
                <a:sym typeface="IBM Plex Sans"/>
              </a:defRPr>
            </a:pPr>
            <a:r>
              <a:t>Nulla eu mattis elit, efficitur scelerisque velit. Vestibulum viverra, ante ac placerat pulvinar, erat risus pellentesque a urna, </a:t>
            </a:r>
          </a:p>
          <a:p>
            <a:pPr defTabSz="2438400">
              <a:defRPr sz="2000">
                <a:latin typeface="+mn-lt"/>
                <a:ea typeface="+mn-ea"/>
                <a:cs typeface="+mn-cs"/>
                <a:sym typeface="IBM Plex Sans"/>
              </a:defRPr>
            </a:pPr>
            <a:r>
              <a:t>ac posuere nibh nulla eu mi. Scelerisque ultrices eros quis dignissim pellentesque mollis nibh at nibh imperdiet ullamcorper.</a:t>
            </a:r>
          </a:p>
        </p:txBody>
      </p:sp>
      <p:sp>
        <p:nvSpPr>
          <p:cNvPr id="3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30" name="Straight Connector 7"/>
          <p:cNvSpPr/>
          <p:nvPr/>
        </p:nvSpPr>
        <p:spPr>
          <a:xfrm flipH="1">
            <a:off x="6096064" y="285052"/>
            <a:ext cx="1" cy="5812536"/>
          </a:xfrm>
          <a:prstGeom prst="line">
            <a:avLst/>
          </a:prstGeom>
          <a:ln w="12700">
            <a:solidFill>
              <a:srgbClr val="000000"/>
            </a:solidFill>
          </a:ln>
        </p:spPr>
        <p:txBody>
          <a:bodyPr lIns="22860" rIns="22860"/>
          <a:lstStyle/>
          <a:p>
            <a:endParaRPr sz="900"/>
          </a:p>
        </p:txBody>
      </p:sp>
      <p:sp>
        <p:nvSpPr>
          <p:cNvPr id="331" name="Straight Connector 14"/>
          <p:cNvSpPr/>
          <p:nvPr/>
        </p:nvSpPr>
        <p:spPr>
          <a:xfrm flipH="1">
            <a:off x="9142412" y="285052"/>
            <a:ext cx="1" cy="5812536"/>
          </a:xfrm>
          <a:prstGeom prst="line">
            <a:avLst/>
          </a:prstGeom>
          <a:ln w="12700">
            <a:solidFill>
              <a:srgbClr val="000000"/>
            </a:solidFill>
          </a:ln>
        </p:spPr>
        <p:txBody>
          <a:bodyPr lIns="22860" rIns="22860"/>
          <a:lstStyle/>
          <a:p>
            <a:endParaRPr sz="900"/>
          </a:p>
        </p:txBody>
      </p:sp>
      <p:sp>
        <p:nvSpPr>
          <p:cNvPr id="332" name="Footer"/>
          <p:cNvSpPr txBox="1">
            <a:spLocks noGrp="1"/>
          </p:cNvSpPr>
          <p:nvPr>
            <p:ph type="body" sz="quarter" idx="26"/>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333" name="42/68pt"/>
          <p:cNvSpPr txBox="1">
            <a:spLocks noGrp="1"/>
          </p:cNvSpPr>
          <p:nvPr>
            <p:ph type="body" sz="quarter" idx="27"/>
          </p:nvPr>
        </p:nvSpPr>
        <p:spPr>
          <a:xfrm>
            <a:off x="284239" y="160338"/>
            <a:ext cx="2480371" cy="2149119"/>
          </a:xfrm>
          <a:prstGeom prst="rect">
            <a:avLst/>
          </a:prstGeom>
        </p:spPr>
        <p:txBody>
          <a:bodyPr/>
          <a:lstStyle>
            <a:lvl1pPr defTabSz="1219200">
              <a:lnSpc>
                <a:spcPct val="90000"/>
              </a:lnSpc>
              <a:defRPr sz="3400"/>
            </a:lvl1pPr>
          </a:lstStyle>
          <a:p>
            <a:r>
              <a:t>42/68pt </a:t>
            </a:r>
          </a:p>
        </p:txBody>
      </p:sp>
      <p:sp>
        <p:nvSpPr>
          <p:cNvPr id="334" name="1"/>
          <p:cNvSpPr txBox="1">
            <a:spLocks noGrp="1"/>
          </p:cNvSpPr>
          <p:nvPr>
            <p:ph type="body" sz="quarter" idx="28"/>
          </p:nvPr>
        </p:nvSpPr>
        <p:spPr>
          <a:xfrm>
            <a:off x="3333572" y="160338"/>
            <a:ext cx="2477716" cy="1103683"/>
          </a:xfrm>
          <a:prstGeom prst="rect">
            <a:avLst/>
          </a:prstGeom>
        </p:spPr>
        <p:txBody>
          <a:bodyPr/>
          <a:lstStyle>
            <a:lvl1pPr defTabSz="1219200">
              <a:lnSpc>
                <a:spcPct val="90000"/>
              </a:lnSpc>
              <a:defRPr sz="3400"/>
            </a:lvl1pPr>
          </a:lstStyle>
          <a:p>
            <a:r>
              <a:t>1 </a:t>
            </a:r>
          </a:p>
        </p:txBody>
      </p:sp>
    </p:spTree>
    <p:extLst>
      <p:ext uri="{BB962C8B-B14F-4D97-AF65-F5344CB8AC3E}">
        <p14:creationId xmlns:p14="http://schemas.microsoft.com/office/powerpoint/2010/main" val="3054254421"/>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Boxes, 4 stacked wide, pictograms">
    <p:spTree>
      <p:nvGrpSpPr>
        <p:cNvPr id="1" name=""/>
        <p:cNvGrpSpPr/>
        <p:nvPr/>
      </p:nvGrpSpPr>
      <p:grpSpPr>
        <a:xfrm>
          <a:off x="0" y="0"/>
          <a:ext cx="0" cy="0"/>
          <a:chOff x="0" y="0"/>
          <a:chExt cx="0" cy="0"/>
        </a:xfrm>
      </p:grpSpPr>
      <p:sp>
        <p:nvSpPr>
          <p:cNvPr id="341" name="Picture Placeholder 12"/>
          <p:cNvSpPr>
            <a:spLocks noGrp="1"/>
          </p:cNvSpPr>
          <p:nvPr>
            <p:ph type="pic" sz="quarter" idx="21"/>
          </p:nvPr>
        </p:nvSpPr>
        <p:spPr>
          <a:xfrm>
            <a:off x="288036" y="288036"/>
            <a:ext cx="608077" cy="608077"/>
          </a:xfrm>
          <a:prstGeom prst="rect">
            <a:avLst/>
          </a:prstGeom>
        </p:spPr>
        <p:txBody>
          <a:bodyPr lIns="91439" tIns="45719" rIns="91439" bIns="45719"/>
          <a:lstStyle/>
          <a:p>
            <a:endParaRPr/>
          </a:p>
        </p:txBody>
      </p:sp>
      <p:sp>
        <p:nvSpPr>
          <p:cNvPr id="342" name="Picture Placeholder 14"/>
          <p:cNvSpPr>
            <a:spLocks noGrp="1"/>
          </p:cNvSpPr>
          <p:nvPr>
            <p:ph type="pic" sz="quarter" idx="22"/>
          </p:nvPr>
        </p:nvSpPr>
        <p:spPr>
          <a:xfrm>
            <a:off x="6381750" y="288036"/>
            <a:ext cx="608077" cy="608077"/>
          </a:xfrm>
          <a:prstGeom prst="rect">
            <a:avLst/>
          </a:prstGeom>
        </p:spPr>
        <p:txBody>
          <a:bodyPr lIns="91439" tIns="45719" rIns="91439" bIns="45719"/>
          <a:lstStyle/>
          <a:p>
            <a:endParaRPr/>
          </a:p>
        </p:txBody>
      </p:sp>
      <p:sp>
        <p:nvSpPr>
          <p:cNvPr id="343" name="Straight Connector 15"/>
          <p:cNvSpPr/>
          <p:nvPr/>
        </p:nvSpPr>
        <p:spPr>
          <a:xfrm>
            <a:off x="288036" y="3048000"/>
            <a:ext cx="11615929" cy="0"/>
          </a:xfrm>
          <a:prstGeom prst="line">
            <a:avLst/>
          </a:prstGeom>
          <a:ln w="12700">
            <a:solidFill>
              <a:srgbClr val="000000"/>
            </a:solidFill>
          </a:ln>
        </p:spPr>
        <p:txBody>
          <a:bodyPr lIns="22860" rIns="22860"/>
          <a:lstStyle/>
          <a:p>
            <a:endParaRPr sz="900"/>
          </a:p>
        </p:txBody>
      </p:sp>
      <p:sp>
        <p:nvSpPr>
          <p:cNvPr id="344" name="Picture Placeholder 16"/>
          <p:cNvSpPr>
            <a:spLocks noGrp="1"/>
          </p:cNvSpPr>
          <p:nvPr>
            <p:ph type="pic" sz="quarter" idx="23"/>
          </p:nvPr>
        </p:nvSpPr>
        <p:spPr>
          <a:xfrm>
            <a:off x="288036" y="3236975"/>
            <a:ext cx="608077" cy="608077"/>
          </a:xfrm>
          <a:prstGeom prst="rect">
            <a:avLst/>
          </a:prstGeom>
        </p:spPr>
        <p:txBody>
          <a:bodyPr lIns="91439" tIns="45719" rIns="91439" bIns="45719"/>
          <a:lstStyle/>
          <a:p>
            <a:endParaRPr/>
          </a:p>
        </p:txBody>
      </p:sp>
      <p:sp>
        <p:nvSpPr>
          <p:cNvPr id="345" name="Text Placeholder 8"/>
          <p:cNvSpPr>
            <a:spLocks noGrp="1"/>
          </p:cNvSpPr>
          <p:nvPr>
            <p:ph type="body" sz="quarter" idx="24"/>
          </p:nvPr>
        </p:nvSpPr>
        <p:spPr>
          <a:xfrm>
            <a:off x="288036" y="4192524"/>
            <a:ext cx="3335338" cy="1524001"/>
          </a:xfrm>
          <a:prstGeom prst="rect">
            <a:avLst/>
          </a:prstGeom>
        </p:spPr>
        <p:txBody>
          <a:bodyPr/>
          <a:lstStyle>
            <a:lvl1pPr defTabSz="1219200">
              <a:lnSpc>
                <a:spcPct val="90000"/>
              </a:lnSpc>
              <a:defRPr sz="2100"/>
            </a:lvl1pPr>
          </a:lstStyle>
          <a:p>
            <a:r>
              <a:t>42pt text, 1 to 3 lines, sentence case</a:t>
            </a:r>
          </a:p>
        </p:txBody>
      </p:sp>
      <p:sp>
        <p:nvSpPr>
          <p:cNvPr id="346" name="Picture Placeholder 18"/>
          <p:cNvSpPr>
            <a:spLocks noGrp="1"/>
          </p:cNvSpPr>
          <p:nvPr>
            <p:ph type="pic" sz="quarter" idx="25"/>
          </p:nvPr>
        </p:nvSpPr>
        <p:spPr>
          <a:xfrm>
            <a:off x="6381750" y="3238500"/>
            <a:ext cx="608077" cy="608077"/>
          </a:xfrm>
          <a:prstGeom prst="rect">
            <a:avLst/>
          </a:prstGeom>
        </p:spPr>
        <p:txBody>
          <a:bodyPr lIns="91439" tIns="45719" rIns="91439" bIns="45719"/>
          <a:lstStyle/>
          <a:p>
            <a:endParaRPr/>
          </a:p>
        </p:txBody>
      </p:sp>
      <p:sp>
        <p:nvSpPr>
          <p:cNvPr id="3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48" name="Straight Connector 3"/>
          <p:cNvSpPr/>
          <p:nvPr/>
        </p:nvSpPr>
        <p:spPr>
          <a:xfrm flipH="1">
            <a:off x="6096064" y="285052"/>
            <a:ext cx="1" cy="5812536"/>
          </a:xfrm>
          <a:prstGeom prst="line">
            <a:avLst/>
          </a:prstGeom>
          <a:ln w="12700">
            <a:solidFill>
              <a:srgbClr val="000000"/>
            </a:solidFill>
          </a:ln>
        </p:spPr>
        <p:txBody>
          <a:bodyPr lIns="22860" rIns="22860"/>
          <a:lstStyle/>
          <a:p>
            <a:endParaRPr sz="900"/>
          </a:p>
        </p:txBody>
      </p:sp>
      <p:sp>
        <p:nvSpPr>
          <p:cNvPr id="349" name="Footer"/>
          <p:cNvSpPr txBox="1">
            <a:spLocks noGrp="1"/>
          </p:cNvSpPr>
          <p:nvPr>
            <p:ph type="body" sz="quarter" idx="26"/>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350" name="Text Placeholder 8"/>
          <p:cNvSpPr>
            <a:spLocks noGrp="1"/>
          </p:cNvSpPr>
          <p:nvPr>
            <p:ph type="body" sz="quarter" idx="27"/>
          </p:nvPr>
        </p:nvSpPr>
        <p:spPr>
          <a:xfrm>
            <a:off x="6382861" y="4192524"/>
            <a:ext cx="3335339" cy="1524001"/>
          </a:xfrm>
          <a:prstGeom prst="rect">
            <a:avLst/>
          </a:prstGeom>
        </p:spPr>
        <p:txBody>
          <a:bodyPr/>
          <a:lstStyle>
            <a:lvl1pPr defTabSz="1219200">
              <a:lnSpc>
                <a:spcPct val="90000"/>
              </a:lnSpc>
              <a:defRPr sz="2100"/>
            </a:lvl1pPr>
          </a:lstStyle>
          <a:p>
            <a:r>
              <a:t>42pt text, 1 to 3 lines, sentence case</a:t>
            </a:r>
          </a:p>
        </p:txBody>
      </p:sp>
      <p:sp>
        <p:nvSpPr>
          <p:cNvPr id="351" name="Text Placeholder 8"/>
          <p:cNvSpPr>
            <a:spLocks noGrp="1"/>
          </p:cNvSpPr>
          <p:nvPr>
            <p:ph type="body" sz="quarter" idx="28"/>
          </p:nvPr>
        </p:nvSpPr>
        <p:spPr>
          <a:xfrm>
            <a:off x="288036" y="1241361"/>
            <a:ext cx="3335338" cy="1524001"/>
          </a:xfrm>
          <a:prstGeom prst="rect">
            <a:avLst/>
          </a:prstGeom>
        </p:spPr>
        <p:txBody>
          <a:bodyPr/>
          <a:lstStyle>
            <a:lvl1pPr defTabSz="1219200">
              <a:lnSpc>
                <a:spcPct val="90000"/>
              </a:lnSpc>
              <a:defRPr sz="2100"/>
            </a:lvl1pPr>
          </a:lstStyle>
          <a:p>
            <a:r>
              <a:t>42pt text, 1 to 3 lines, sentence case</a:t>
            </a:r>
          </a:p>
        </p:txBody>
      </p:sp>
      <p:sp>
        <p:nvSpPr>
          <p:cNvPr id="352" name="Text Placeholder 8"/>
          <p:cNvSpPr>
            <a:spLocks noGrp="1"/>
          </p:cNvSpPr>
          <p:nvPr>
            <p:ph type="body" sz="quarter" idx="29"/>
          </p:nvPr>
        </p:nvSpPr>
        <p:spPr>
          <a:xfrm>
            <a:off x="6382861" y="1241361"/>
            <a:ext cx="3335339" cy="1524001"/>
          </a:xfrm>
          <a:prstGeom prst="rect">
            <a:avLst/>
          </a:prstGeom>
        </p:spPr>
        <p:txBody>
          <a:bodyPr/>
          <a:lstStyle>
            <a:lvl1pPr defTabSz="1219200">
              <a:lnSpc>
                <a:spcPct val="90000"/>
              </a:lnSpc>
              <a:defRPr sz="2100"/>
            </a:lvl1pPr>
          </a:lstStyle>
          <a:p>
            <a:r>
              <a:t>42pt text, 1 to 3 lines, sentence case</a:t>
            </a:r>
          </a:p>
        </p:txBody>
      </p:sp>
    </p:spTree>
    <p:extLst>
      <p:ext uri="{BB962C8B-B14F-4D97-AF65-F5344CB8AC3E}">
        <p14:creationId xmlns:p14="http://schemas.microsoft.com/office/powerpoint/2010/main" val="3490188208"/>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name="Boxes, 4 stacked, small title">
    <p:spTree>
      <p:nvGrpSpPr>
        <p:cNvPr id="1" name=""/>
        <p:cNvGrpSpPr/>
        <p:nvPr/>
      </p:nvGrpSpPr>
      <p:grpSpPr>
        <a:xfrm>
          <a:off x="0" y="0"/>
          <a:ext cx="0" cy="0"/>
          <a:chOff x="0" y="0"/>
          <a:chExt cx="0" cy="0"/>
        </a:xfrm>
      </p:grpSpPr>
      <p:sp>
        <p:nvSpPr>
          <p:cNvPr id="359" name="Text Placeholder 9"/>
          <p:cNvSpPr>
            <a:spLocks noGrp="1"/>
          </p:cNvSpPr>
          <p:nvPr>
            <p:ph type="body" sz="quarter" idx="21"/>
          </p:nvPr>
        </p:nvSpPr>
        <p:spPr>
          <a:xfrm>
            <a:off x="6379337" y="288036"/>
            <a:ext cx="2476501" cy="2474215"/>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one</a:t>
            </a:r>
          </a:p>
          <a:p>
            <a:pPr defTabSz="2438400">
              <a:defRPr sz="2800"/>
            </a:pPr>
            <a:endParaRPr/>
          </a:p>
          <a:p>
            <a:pPr defTabSz="2438400">
              <a:defRPr sz="2800"/>
            </a:pPr>
            <a:r>
              <a:t>Lorem ipsum dolor sit amet donec quam felis ultricies nec pellentesque eu pretium quis sem. Nulla consequat massa quis enim. </a:t>
            </a:r>
          </a:p>
        </p:txBody>
      </p:sp>
      <p:sp>
        <p:nvSpPr>
          <p:cNvPr id="360" name="Text Placeholder 12"/>
          <p:cNvSpPr>
            <a:spLocks noGrp="1"/>
          </p:cNvSpPr>
          <p:nvPr>
            <p:ph type="body" sz="quarter" idx="22"/>
          </p:nvPr>
        </p:nvSpPr>
        <p:spPr>
          <a:xfrm>
            <a:off x="9426575" y="288036"/>
            <a:ext cx="2473424" cy="2474214"/>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two</a:t>
            </a:r>
          </a:p>
          <a:p>
            <a:pPr defTabSz="2438400">
              <a:defRPr sz="2800"/>
            </a:pPr>
            <a:endParaRPr/>
          </a:p>
          <a:p>
            <a:pPr defTabSz="2438400">
              <a:defRPr sz="2800"/>
            </a:pPr>
            <a:r>
              <a:t>Lorem ipsum dolor sit amet donec quam felis ultricies nec pellentesque eu pretium quis sem. Nulla consequat massa quis enim. </a:t>
            </a:r>
          </a:p>
        </p:txBody>
      </p:sp>
      <p:sp>
        <p:nvSpPr>
          <p:cNvPr id="361" name="Text Placeholder 4"/>
          <p:cNvSpPr>
            <a:spLocks noGrp="1"/>
          </p:cNvSpPr>
          <p:nvPr>
            <p:ph type="body" sz="quarter" idx="23"/>
          </p:nvPr>
        </p:nvSpPr>
        <p:spPr>
          <a:xfrm>
            <a:off x="6384801" y="3335338"/>
            <a:ext cx="2475844" cy="2474215"/>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three</a:t>
            </a:r>
          </a:p>
          <a:p>
            <a:pPr defTabSz="2438400">
              <a:defRPr sz="2800"/>
            </a:pPr>
            <a:endParaRPr/>
          </a:p>
          <a:p>
            <a:pPr defTabSz="2438400">
              <a:defRPr sz="2800"/>
            </a:pPr>
            <a:r>
              <a:t>Lorem ipsum dolor sit amet donec quam felis ultricies nec pellentesque eu pretium quis sem. Nulla consequat massa quis enim. </a:t>
            </a:r>
          </a:p>
        </p:txBody>
      </p:sp>
      <p:sp>
        <p:nvSpPr>
          <p:cNvPr id="362" name="Text Placeholder 11"/>
          <p:cNvSpPr>
            <a:spLocks noGrp="1"/>
          </p:cNvSpPr>
          <p:nvPr>
            <p:ph type="body" sz="quarter" idx="24"/>
          </p:nvPr>
        </p:nvSpPr>
        <p:spPr>
          <a:xfrm>
            <a:off x="9427068" y="3335338"/>
            <a:ext cx="2470512" cy="2474214"/>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four</a:t>
            </a:r>
          </a:p>
          <a:p>
            <a:pPr defTabSz="2438400">
              <a:defRPr sz="2800"/>
            </a:pPr>
            <a:endParaRPr/>
          </a:p>
          <a:p>
            <a:pPr defTabSz="2438400">
              <a:defRPr sz="2800"/>
            </a:pPr>
            <a:r>
              <a:t>Lorem ipsum dolor sit amet donec quam felis ultricies nec pellentesque eu pretium quis sem. Nulla consequat massa quis enim. </a:t>
            </a:r>
          </a:p>
        </p:txBody>
      </p:sp>
      <p:sp>
        <p:nvSpPr>
          <p:cNvPr id="3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64" name="Footer"/>
          <p:cNvSpPr txBox="1">
            <a:spLocks noGrp="1"/>
          </p:cNvSpPr>
          <p:nvPr>
            <p:ph type="body" sz="quarter" idx="25"/>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365" name="24/28pt, 1 line maximum"/>
          <p:cNvSpPr txBox="1">
            <a:spLocks noGrp="1"/>
          </p:cNvSpPr>
          <p:nvPr>
            <p:ph type="body" sz="quarter" idx="26"/>
          </p:nvPr>
        </p:nvSpPr>
        <p:spPr>
          <a:xfrm>
            <a:off x="283947" y="288465"/>
            <a:ext cx="2477971" cy="230219"/>
          </a:xfrm>
          <a:prstGeom prst="rect">
            <a:avLst/>
          </a:prstGeom>
        </p:spPr>
        <p:txBody>
          <a:bodyPr/>
          <a:lstStyle>
            <a:lvl1pPr defTabSz="1219200">
              <a:defRPr sz="1400"/>
            </a:lvl1pPr>
          </a:lstStyle>
          <a:p>
            <a:r>
              <a:t>24/28pt, 1 line maximum</a:t>
            </a:r>
          </a:p>
        </p:txBody>
      </p:sp>
      <p:sp>
        <p:nvSpPr>
          <p:cNvPr id="366" name="28/36/42pt headline,  5 lines maximum,  sentence case"/>
          <p:cNvSpPr txBox="1">
            <a:spLocks noGrp="1"/>
          </p:cNvSpPr>
          <p:nvPr>
            <p:ph type="body" sz="quarter" idx="27"/>
          </p:nvPr>
        </p:nvSpPr>
        <p:spPr>
          <a:xfrm>
            <a:off x="285534" y="762152"/>
            <a:ext cx="2477781" cy="1525984"/>
          </a:xfrm>
          <a:prstGeom prst="rect">
            <a:avLst/>
          </a:prstGeom>
        </p:spPr>
        <p:txBody>
          <a:bodyPr/>
          <a:lstStyle>
            <a:lvl1pPr defTabSz="1219200">
              <a:defRPr/>
            </a:lvl1pPr>
          </a:lstStyle>
          <a:p>
            <a:pPr defTabSz="2438400"/>
            <a:r>
              <a:t>28/36/42pt headline, </a:t>
            </a:r>
            <a:br/>
            <a:r>
              <a:t>5 lines maximum, </a:t>
            </a:r>
            <a:br/>
            <a:r>
              <a:t>sentence case</a:t>
            </a:r>
          </a:p>
        </p:txBody>
      </p:sp>
    </p:spTree>
    <p:extLst>
      <p:ext uri="{BB962C8B-B14F-4D97-AF65-F5344CB8AC3E}">
        <p14:creationId xmlns:p14="http://schemas.microsoft.com/office/powerpoint/2010/main" val="1627902268"/>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name="Boxes, 4 stacked, large title">
    <p:spTree>
      <p:nvGrpSpPr>
        <p:cNvPr id="1" name=""/>
        <p:cNvGrpSpPr/>
        <p:nvPr/>
      </p:nvGrpSpPr>
      <p:grpSpPr>
        <a:xfrm>
          <a:off x="0" y="0"/>
          <a:ext cx="0" cy="0"/>
          <a:chOff x="0" y="0"/>
          <a:chExt cx="0" cy="0"/>
        </a:xfrm>
      </p:grpSpPr>
      <p:sp>
        <p:nvSpPr>
          <p:cNvPr id="373" name="Text Placeholder 9"/>
          <p:cNvSpPr>
            <a:spLocks noGrp="1"/>
          </p:cNvSpPr>
          <p:nvPr>
            <p:ph type="body" sz="quarter" idx="21"/>
          </p:nvPr>
        </p:nvSpPr>
        <p:spPr>
          <a:xfrm>
            <a:off x="6379337" y="288036"/>
            <a:ext cx="2476501" cy="2474215"/>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one</a:t>
            </a:r>
          </a:p>
          <a:p>
            <a:pPr defTabSz="2438400">
              <a:defRPr sz="2800"/>
            </a:pPr>
            <a:endParaRPr/>
          </a:p>
          <a:p>
            <a:pPr defTabSz="2438400">
              <a:defRPr sz="2800"/>
            </a:pPr>
            <a:r>
              <a:t>Lorem ipsum dolor sit amet donec quam felis ultricies nec pellentesque eu pretium quis sem. Nulla consequat massa quis enim. </a:t>
            </a:r>
          </a:p>
        </p:txBody>
      </p:sp>
      <p:sp>
        <p:nvSpPr>
          <p:cNvPr id="374" name="Text Placeholder 12"/>
          <p:cNvSpPr>
            <a:spLocks noGrp="1"/>
          </p:cNvSpPr>
          <p:nvPr>
            <p:ph type="body" sz="quarter" idx="22"/>
          </p:nvPr>
        </p:nvSpPr>
        <p:spPr>
          <a:xfrm>
            <a:off x="9426575" y="288036"/>
            <a:ext cx="2473424" cy="2474214"/>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two</a:t>
            </a:r>
          </a:p>
          <a:p>
            <a:pPr defTabSz="2438400">
              <a:defRPr sz="2800"/>
            </a:pPr>
            <a:endParaRPr/>
          </a:p>
          <a:p>
            <a:pPr defTabSz="2438400">
              <a:defRPr sz="2800"/>
            </a:pPr>
            <a:r>
              <a:t>Lorem ipsum dolor sit amet donec quam felis ultricies nec pellentesque eu pretium quis sem. Nulla consequat massa quis enim. </a:t>
            </a:r>
          </a:p>
        </p:txBody>
      </p:sp>
      <p:sp>
        <p:nvSpPr>
          <p:cNvPr id="375" name="Text Placeholder 4"/>
          <p:cNvSpPr>
            <a:spLocks noGrp="1"/>
          </p:cNvSpPr>
          <p:nvPr>
            <p:ph type="body" sz="quarter" idx="23"/>
          </p:nvPr>
        </p:nvSpPr>
        <p:spPr>
          <a:xfrm>
            <a:off x="6384801" y="3335338"/>
            <a:ext cx="2475844" cy="2474215"/>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three</a:t>
            </a:r>
          </a:p>
          <a:p>
            <a:pPr defTabSz="2438400">
              <a:defRPr sz="2800"/>
            </a:pPr>
            <a:endParaRPr/>
          </a:p>
          <a:p>
            <a:pPr defTabSz="2438400">
              <a:defRPr sz="2800"/>
            </a:pPr>
            <a:r>
              <a:t>Lorem ipsum dolor sit amet donec quam felis ultricies nec pellentesque eu pretium quis sem. Nulla consequat massa quis enim. </a:t>
            </a:r>
          </a:p>
        </p:txBody>
      </p:sp>
      <p:sp>
        <p:nvSpPr>
          <p:cNvPr id="376" name="Text Placeholder 11"/>
          <p:cNvSpPr>
            <a:spLocks noGrp="1"/>
          </p:cNvSpPr>
          <p:nvPr>
            <p:ph type="body" sz="quarter" idx="24"/>
          </p:nvPr>
        </p:nvSpPr>
        <p:spPr>
          <a:xfrm>
            <a:off x="9427068" y="3335338"/>
            <a:ext cx="2470512" cy="2474214"/>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four</a:t>
            </a:r>
          </a:p>
          <a:p>
            <a:pPr defTabSz="2438400">
              <a:defRPr sz="2800"/>
            </a:pPr>
            <a:endParaRPr/>
          </a:p>
          <a:p>
            <a:pPr defTabSz="2438400">
              <a:defRPr sz="2800"/>
            </a:pPr>
            <a:r>
              <a:t>Lorem ipsum dolor sit amet donec quam felis ultricies nec pellentesque eu pretium quis sem. Nulla consequat massa quis enim. </a:t>
            </a:r>
          </a:p>
        </p:txBody>
      </p:sp>
      <p:sp>
        <p:nvSpPr>
          <p:cNvPr id="37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78" name="Footer"/>
          <p:cNvSpPr txBox="1">
            <a:spLocks noGrp="1"/>
          </p:cNvSpPr>
          <p:nvPr>
            <p:ph type="body" sz="quarter" idx="25"/>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379" name="24/28pt, 1 line maximum"/>
          <p:cNvSpPr txBox="1">
            <a:spLocks noGrp="1"/>
          </p:cNvSpPr>
          <p:nvPr>
            <p:ph type="body" sz="quarter" idx="26"/>
          </p:nvPr>
        </p:nvSpPr>
        <p:spPr>
          <a:xfrm>
            <a:off x="283947" y="288465"/>
            <a:ext cx="2477971" cy="230219"/>
          </a:xfrm>
          <a:prstGeom prst="rect">
            <a:avLst/>
          </a:prstGeom>
        </p:spPr>
        <p:txBody>
          <a:bodyPr/>
          <a:lstStyle>
            <a:lvl1pPr defTabSz="1219200">
              <a:defRPr sz="1400"/>
            </a:lvl1pPr>
          </a:lstStyle>
          <a:p>
            <a:r>
              <a:t>24/28pt, 1 line maximum </a:t>
            </a:r>
          </a:p>
        </p:txBody>
      </p:sp>
      <p:sp>
        <p:nvSpPr>
          <p:cNvPr id="380" name="68/84pt headline, 3 lines maximum, sentence case"/>
          <p:cNvSpPr txBox="1">
            <a:spLocks noGrp="1"/>
          </p:cNvSpPr>
          <p:nvPr>
            <p:ph type="body" sz="quarter" idx="27"/>
          </p:nvPr>
        </p:nvSpPr>
        <p:spPr>
          <a:xfrm>
            <a:off x="288709" y="637056"/>
            <a:ext cx="5520550" cy="2145630"/>
          </a:xfrm>
          <a:prstGeom prst="rect">
            <a:avLst/>
          </a:prstGeom>
        </p:spPr>
        <p:txBody>
          <a:bodyPr/>
          <a:lstStyle>
            <a:lvl1pPr defTabSz="1219200">
              <a:lnSpc>
                <a:spcPct val="90000"/>
              </a:lnSpc>
              <a:defRPr sz="3400"/>
            </a:lvl1pPr>
          </a:lstStyle>
          <a:p>
            <a:r>
              <a:t>68/84pt headline, 3 lines maximum, sentence case</a:t>
            </a:r>
          </a:p>
        </p:txBody>
      </p:sp>
    </p:spTree>
    <p:extLst>
      <p:ext uri="{BB962C8B-B14F-4D97-AF65-F5344CB8AC3E}">
        <p14:creationId xmlns:p14="http://schemas.microsoft.com/office/powerpoint/2010/main" val="1741170969"/>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type="tx">
  <p:cSld name="Boxes, 4 horizontal, small title">
    <p:spTree>
      <p:nvGrpSpPr>
        <p:cNvPr id="1" name=""/>
        <p:cNvGrpSpPr/>
        <p:nvPr/>
      </p:nvGrpSpPr>
      <p:grpSpPr>
        <a:xfrm>
          <a:off x="0" y="0"/>
          <a:ext cx="0" cy="0"/>
          <a:chOff x="0" y="0"/>
          <a:chExt cx="0" cy="0"/>
        </a:xfrm>
      </p:grpSpPr>
      <p:sp>
        <p:nvSpPr>
          <p:cNvPr id="387" name="Text Placeholder 10"/>
          <p:cNvSpPr>
            <a:spLocks noGrp="1"/>
          </p:cNvSpPr>
          <p:nvPr>
            <p:ph type="body" sz="quarter" idx="21"/>
          </p:nvPr>
        </p:nvSpPr>
        <p:spPr>
          <a:xfrm>
            <a:off x="3331621" y="3330575"/>
            <a:ext cx="2476941" cy="2754185"/>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2</a:t>
            </a:r>
          </a:p>
          <a:p>
            <a:pPr defTabSz="2438400">
              <a:defRPr sz="2800"/>
            </a:pPr>
            <a:br/>
            <a:r>
              <a:t>Numbers are optional. Lorem ipsum dolor sit amet donec quam felis ultricies nec pellentesque eu pretium quis sem. Nulla consequat massa quis enim. </a:t>
            </a:r>
          </a:p>
        </p:txBody>
      </p:sp>
      <p:sp>
        <p:nvSpPr>
          <p:cNvPr id="388" name="Text Placeholder 10"/>
          <p:cNvSpPr>
            <a:spLocks noGrp="1"/>
          </p:cNvSpPr>
          <p:nvPr>
            <p:ph type="body" sz="quarter" idx="22"/>
          </p:nvPr>
        </p:nvSpPr>
        <p:spPr>
          <a:xfrm>
            <a:off x="9429750" y="3330575"/>
            <a:ext cx="2468597" cy="2754214"/>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4</a:t>
            </a:r>
          </a:p>
          <a:p>
            <a:pPr defTabSz="2438400">
              <a:defRPr sz="2800"/>
            </a:pPr>
            <a:br/>
            <a:r>
              <a:t>Numbers are optional. Lorem ipsum dolor sit amet donec quam felis ultricies nec pellentesque eu pretium quis sem. Nulla consequat massa quis enim. </a:t>
            </a:r>
          </a:p>
        </p:txBody>
      </p:sp>
      <p:sp>
        <p:nvSpPr>
          <p:cNvPr id="38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90" name="Footer"/>
          <p:cNvSpPr txBox="1">
            <a:spLocks noGrp="1"/>
          </p:cNvSpPr>
          <p:nvPr>
            <p:ph type="body" sz="quarter" idx="23"/>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391" name="Text Placeholder 10"/>
          <p:cNvSpPr>
            <a:spLocks noGrp="1"/>
          </p:cNvSpPr>
          <p:nvPr>
            <p:ph type="body" sz="quarter" idx="24"/>
          </p:nvPr>
        </p:nvSpPr>
        <p:spPr>
          <a:xfrm>
            <a:off x="6384152" y="3330575"/>
            <a:ext cx="2480991" cy="2754740"/>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3</a:t>
            </a:r>
          </a:p>
          <a:p>
            <a:pPr defTabSz="2438400">
              <a:defRPr sz="2800"/>
            </a:pPr>
            <a:br/>
            <a:r>
              <a:t>Numbers are optional. Lorem ipsum dolor sit amet donec quam felis ultricies nec pellentesque eu pretium quis sem. Nulla consequat massa quis enim. </a:t>
            </a:r>
          </a:p>
        </p:txBody>
      </p:sp>
      <p:sp>
        <p:nvSpPr>
          <p:cNvPr id="392" name="28/36/42pt headline, 5 lines maximum, sentence case"/>
          <p:cNvSpPr txBox="1">
            <a:spLocks noGrp="1"/>
          </p:cNvSpPr>
          <p:nvPr>
            <p:ph type="body" sz="quarter" idx="25"/>
          </p:nvPr>
        </p:nvSpPr>
        <p:spPr>
          <a:xfrm>
            <a:off x="285534" y="285902"/>
            <a:ext cx="2477781" cy="2003649"/>
          </a:xfrm>
          <a:prstGeom prst="rect">
            <a:avLst/>
          </a:prstGeom>
        </p:spPr>
        <p:txBody>
          <a:bodyPr/>
          <a:lstStyle>
            <a:lvl1pPr defTabSz="1219200">
              <a:defRPr sz="1400"/>
            </a:lvl1pPr>
          </a:lstStyle>
          <a:p>
            <a:r>
              <a:t>28/36/42pt headline, 5 lines maximum, sentence case</a:t>
            </a:r>
          </a:p>
        </p:txBody>
      </p:sp>
      <p:sp>
        <p:nvSpPr>
          <p:cNvPr id="393" name="Text Placeholder 10"/>
          <p:cNvSpPr>
            <a:spLocks noGrp="1"/>
          </p:cNvSpPr>
          <p:nvPr>
            <p:ph type="body" sz="quarter" idx="26"/>
          </p:nvPr>
        </p:nvSpPr>
        <p:spPr>
          <a:xfrm>
            <a:off x="285954" y="3330575"/>
            <a:ext cx="2476941" cy="2754185"/>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1</a:t>
            </a:r>
          </a:p>
          <a:p>
            <a:pPr defTabSz="2438400">
              <a:defRPr sz="2800"/>
            </a:pPr>
            <a:br/>
            <a:r>
              <a:t>Numbers are optional. Lorem ipsum dolor sit amet donec quam felis ultricies nec pellentesque eu pretium quis sem. Nulla consequat massa quis enim. </a:t>
            </a:r>
          </a:p>
        </p:txBody>
      </p:sp>
    </p:spTree>
    <p:extLst>
      <p:ext uri="{BB962C8B-B14F-4D97-AF65-F5344CB8AC3E}">
        <p14:creationId xmlns:p14="http://schemas.microsoft.com/office/powerpoint/2010/main" val="1162163130"/>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type="tx">
  <p:cSld name="Boxes, 4 horizontal, large title">
    <p:spTree>
      <p:nvGrpSpPr>
        <p:cNvPr id="1" name=""/>
        <p:cNvGrpSpPr/>
        <p:nvPr/>
      </p:nvGrpSpPr>
      <p:grpSpPr>
        <a:xfrm>
          <a:off x="0" y="0"/>
          <a:ext cx="0" cy="0"/>
          <a:chOff x="0" y="0"/>
          <a:chExt cx="0" cy="0"/>
        </a:xfrm>
      </p:grpSpPr>
      <p:sp>
        <p:nvSpPr>
          <p:cNvPr id="4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401" name="Footer"/>
          <p:cNvSpPr txBox="1">
            <a:spLocks noGrp="1"/>
          </p:cNvSpPr>
          <p:nvPr>
            <p:ph type="body" sz="quarter" idx="21"/>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402" name="Text Placeholder 10"/>
          <p:cNvSpPr>
            <a:spLocks noGrp="1"/>
          </p:cNvSpPr>
          <p:nvPr>
            <p:ph type="body" sz="quarter" idx="22"/>
          </p:nvPr>
        </p:nvSpPr>
        <p:spPr>
          <a:xfrm>
            <a:off x="3331621" y="3330575"/>
            <a:ext cx="2476941" cy="2754185"/>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2</a:t>
            </a:r>
          </a:p>
          <a:p>
            <a:pPr defTabSz="2438400">
              <a:defRPr sz="2800"/>
            </a:pPr>
            <a:br/>
            <a:r>
              <a:t>Numbers are optional. Lorem ipsum dolor sit amet donec quam felis ultricies nec pellentesque eu pretium quis sem. Nulla consequat massa quis enim. </a:t>
            </a:r>
          </a:p>
        </p:txBody>
      </p:sp>
      <p:sp>
        <p:nvSpPr>
          <p:cNvPr id="403" name="Text Placeholder 10"/>
          <p:cNvSpPr>
            <a:spLocks noGrp="1"/>
          </p:cNvSpPr>
          <p:nvPr>
            <p:ph type="body" sz="quarter" idx="23"/>
          </p:nvPr>
        </p:nvSpPr>
        <p:spPr>
          <a:xfrm>
            <a:off x="9429750" y="3330575"/>
            <a:ext cx="2468597" cy="2754214"/>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4</a:t>
            </a:r>
          </a:p>
          <a:p>
            <a:pPr defTabSz="2438400">
              <a:defRPr sz="2800"/>
            </a:pPr>
            <a:br/>
            <a:r>
              <a:t>Numbers are optional. Lorem ipsum dolor sit amet donec quam felis ultricies nec pellentesque eu pretium quis sem. Nulla consequat massa quis enim. </a:t>
            </a:r>
          </a:p>
        </p:txBody>
      </p:sp>
      <p:sp>
        <p:nvSpPr>
          <p:cNvPr id="404" name="Text Placeholder 10"/>
          <p:cNvSpPr>
            <a:spLocks noGrp="1"/>
          </p:cNvSpPr>
          <p:nvPr>
            <p:ph type="body" sz="quarter" idx="24"/>
          </p:nvPr>
        </p:nvSpPr>
        <p:spPr>
          <a:xfrm>
            <a:off x="6384152" y="3330575"/>
            <a:ext cx="2480991" cy="2754740"/>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3</a:t>
            </a:r>
          </a:p>
          <a:p>
            <a:pPr defTabSz="2438400">
              <a:defRPr sz="2800"/>
            </a:pPr>
            <a:br/>
            <a:r>
              <a:t>Numbers are optional. Lorem ipsum dolor sit amet donec quam felis ultricies nec pellentesque eu pretium quis sem. Nulla consequat massa quis enim. </a:t>
            </a:r>
          </a:p>
        </p:txBody>
      </p:sp>
      <p:sp>
        <p:nvSpPr>
          <p:cNvPr id="405" name="Text Placeholder 10"/>
          <p:cNvSpPr>
            <a:spLocks noGrp="1"/>
          </p:cNvSpPr>
          <p:nvPr>
            <p:ph type="body" sz="quarter" idx="25"/>
          </p:nvPr>
        </p:nvSpPr>
        <p:spPr>
          <a:xfrm>
            <a:off x="285954" y="3330575"/>
            <a:ext cx="2476941" cy="2754185"/>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1</a:t>
            </a:r>
          </a:p>
          <a:p>
            <a:pPr defTabSz="2438400">
              <a:defRPr sz="2800"/>
            </a:pPr>
            <a:br/>
            <a:r>
              <a:t>Numbers are optional. Lorem ipsum dolor sit amet donec quam felis ultricies nec pellentesque eu pretium quis sem. Nulla consequat massa quis enim. </a:t>
            </a:r>
          </a:p>
        </p:txBody>
      </p:sp>
      <p:sp>
        <p:nvSpPr>
          <p:cNvPr id="406" name="68/84pt headline, 3 lines maximum, sentence case"/>
          <p:cNvSpPr txBox="1">
            <a:spLocks noGrp="1"/>
          </p:cNvSpPr>
          <p:nvPr>
            <p:ph type="body" sz="quarter" idx="26"/>
          </p:nvPr>
        </p:nvSpPr>
        <p:spPr>
          <a:xfrm>
            <a:off x="288709" y="160806"/>
            <a:ext cx="5807224" cy="2145630"/>
          </a:xfrm>
          <a:prstGeom prst="rect">
            <a:avLst/>
          </a:prstGeom>
        </p:spPr>
        <p:txBody>
          <a:bodyPr/>
          <a:lstStyle>
            <a:lvl1pPr defTabSz="1219200">
              <a:lnSpc>
                <a:spcPct val="90000"/>
              </a:lnSpc>
              <a:defRPr sz="3400"/>
            </a:lvl1pPr>
          </a:lstStyle>
          <a:p>
            <a:r>
              <a:t>68/84pt headline, 3 lines maximum, sentence case</a:t>
            </a:r>
          </a:p>
        </p:txBody>
      </p:sp>
    </p:spTree>
    <p:extLst>
      <p:ext uri="{BB962C8B-B14F-4D97-AF65-F5344CB8AC3E}">
        <p14:creationId xmlns:p14="http://schemas.microsoft.com/office/powerpoint/2010/main" val="3686506808"/>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Boxes, 6 stacked">
    <p:spTree>
      <p:nvGrpSpPr>
        <p:cNvPr id="1" name=""/>
        <p:cNvGrpSpPr/>
        <p:nvPr/>
      </p:nvGrpSpPr>
      <p:grpSpPr>
        <a:xfrm>
          <a:off x="0" y="0"/>
          <a:ext cx="0" cy="0"/>
          <a:chOff x="0" y="0"/>
          <a:chExt cx="0" cy="0"/>
        </a:xfrm>
      </p:grpSpPr>
      <p:sp>
        <p:nvSpPr>
          <p:cNvPr id="413" name="Text Placeholder 9"/>
          <p:cNvSpPr>
            <a:spLocks noGrp="1"/>
          </p:cNvSpPr>
          <p:nvPr>
            <p:ph type="body" sz="quarter" idx="21"/>
          </p:nvPr>
        </p:nvSpPr>
        <p:spPr>
          <a:xfrm>
            <a:off x="6381750" y="288035"/>
            <a:ext cx="2472916" cy="2478025"/>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two</a:t>
            </a:r>
            <a:br/>
            <a:endParaRPr/>
          </a:p>
          <a:p>
            <a:pPr defTabSz="2438400">
              <a:defRPr sz="2800"/>
            </a:pPr>
            <a:r>
              <a:t>Lorem ipsum dolor sit amet donec quam felis ultricies nec pellentesque eu pretium quis sem. Nulla consequat massa quis enim. </a:t>
            </a:r>
          </a:p>
        </p:txBody>
      </p:sp>
      <p:sp>
        <p:nvSpPr>
          <p:cNvPr id="414" name="Text Placeholder 12"/>
          <p:cNvSpPr>
            <a:spLocks noGrp="1"/>
          </p:cNvSpPr>
          <p:nvPr>
            <p:ph type="body" sz="quarter" idx="22"/>
          </p:nvPr>
        </p:nvSpPr>
        <p:spPr>
          <a:xfrm>
            <a:off x="9429749" y="288035"/>
            <a:ext cx="2467813" cy="2478025"/>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three</a:t>
            </a:r>
            <a:br/>
            <a:endParaRPr/>
          </a:p>
          <a:p>
            <a:pPr defTabSz="2438400">
              <a:defRPr sz="2800"/>
            </a:pPr>
            <a:r>
              <a:t>Lorem ipsum dolor sit amet donec quam felis ultricies nec pellentesque eu pretium quis sem. Nulla consequat massa quis enim. </a:t>
            </a:r>
          </a:p>
        </p:txBody>
      </p:sp>
      <p:sp>
        <p:nvSpPr>
          <p:cNvPr id="41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416" name="Text Placeholder 10"/>
          <p:cNvSpPr>
            <a:spLocks noGrp="1"/>
          </p:cNvSpPr>
          <p:nvPr>
            <p:ph type="body" sz="quarter" idx="23"/>
          </p:nvPr>
        </p:nvSpPr>
        <p:spPr>
          <a:xfrm>
            <a:off x="3333207" y="3330575"/>
            <a:ext cx="2478025" cy="2478025"/>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four</a:t>
            </a:r>
            <a:br/>
            <a:endParaRPr/>
          </a:p>
          <a:p>
            <a:pPr defTabSz="2438400">
              <a:defRPr sz="2800"/>
            </a:pPr>
            <a:r>
              <a:t>Lorem ipsum dolor sit amet donec quam felis ultricies nec pellentesque eu pretium quis sem. Nulla consequat massa quis enim. </a:t>
            </a:r>
          </a:p>
        </p:txBody>
      </p:sp>
      <p:sp>
        <p:nvSpPr>
          <p:cNvPr id="417" name="Text Placeholder 10"/>
          <p:cNvSpPr>
            <a:spLocks noGrp="1"/>
          </p:cNvSpPr>
          <p:nvPr>
            <p:ph type="body" sz="quarter" idx="24"/>
          </p:nvPr>
        </p:nvSpPr>
        <p:spPr>
          <a:xfrm>
            <a:off x="6381750" y="3330575"/>
            <a:ext cx="2478025" cy="2478025"/>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five</a:t>
            </a:r>
            <a:br/>
            <a:endParaRPr/>
          </a:p>
          <a:p>
            <a:pPr defTabSz="2438400">
              <a:defRPr sz="2800"/>
            </a:pPr>
            <a:r>
              <a:t>Lorem ipsum dolor sit amet donec quam felis ultricies nec pellentesque eu pretium quis sem. Nulla consequat massa quis enim. </a:t>
            </a:r>
          </a:p>
        </p:txBody>
      </p:sp>
      <p:sp>
        <p:nvSpPr>
          <p:cNvPr id="418" name="Text Placeholder 10"/>
          <p:cNvSpPr>
            <a:spLocks noGrp="1"/>
          </p:cNvSpPr>
          <p:nvPr>
            <p:ph type="body" sz="quarter" idx="25"/>
          </p:nvPr>
        </p:nvSpPr>
        <p:spPr>
          <a:xfrm>
            <a:off x="9429749" y="3330575"/>
            <a:ext cx="2473453" cy="2478025"/>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six</a:t>
            </a:r>
            <a:br/>
            <a:endParaRPr/>
          </a:p>
          <a:p>
            <a:pPr defTabSz="2438400">
              <a:defRPr sz="2800"/>
            </a:pPr>
            <a:r>
              <a:t>Lorem ipsum dolor sit amet donec quam felis ultricies nec pellentesque eu pretium quis sem. Nulla consequat massa quis enim. </a:t>
            </a:r>
          </a:p>
        </p:txBody>
      </p:sp>
      <p:sp>
        <p:nvSpPr>
          <p:cNvPr id="419" name="Footer"/>
          <p:cNvSpPr txBox="1">
            <a:spLocks noGrp="1"/>
          </p:cNvSpPr>
          <p:nvPr>
            <p:ph type="body" sz="quarter" idx="26"/>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420" name="Text Placeholder 9"/>
          <p:cNvSpPr>
            <a:spLocks noGrp="1"/>
          </p:cNvSpPr>
          <p:nvPr>
            <p:ph type="body" sz="quarter" idx="27"/>
          </p:nvPr>
        </p:nvSpPr>
        <p:spPr>
          <a:xfrm>
            <a:off x="3335762" y="288035"/>
            <a:ext cx="2472916" cy="2478025"/>
          </a:xfrm>
          <a:prstGeom prst="rect">
            <a:avLst/>
          </a:prstGeom>
        </p:spPr>
        <p:txBody>
          <a:bodyPr/>
          <a:lstStyle>
            <a:lvl1pPr defTabSz="1219200">
              <a:defRPr sz="2800">
                <a:solidFill>
                  <a:schemeClr val="accent1"/>
                </a:solidFill>
              </a:defRPr>
            </a:lvl1pPr>
          </a:lstStyle>
          <a:p>
            <a:pPr defTabSz="2438400">
              <a:defRPr sz="2800">
                <a:solidFill>
                  <a:schemeClr val="accent1"/>
                </a:solidFill>
              </a:defRPr>
            </a:pPr>
            <a:r>
              <a:t>Section one</a:t>
            </a:r>
            <a:br/>
            <a:endParaRPr/>
          </a:p>
          <a:p>
            <a:pPr defTabSz="2438400">
              <a:defRPr sz="2800"/>
            </a:pPr>
            <a:r>
              <a:t>Lorem ipsum dolor sit amet donec quam felis ultricies nec pellentesque eu pretium quis sem. Nulla consequat massa quis enim. </a:t>
            </a:r>
          </a:p>
        </p:txBody>
      </p:sp>
      <p:sp>
        <p:nvSpPr>
          <p:cNvPr id="421" name="28/36/42pt headline, 5 lines maximum, sentence case"/>
          <p:cNvSpPr txBox="1">
            <a:spLocks noGrp="1"/>
          </p:cNvSpPr>
          <p:nvPr>
            <p:ph type="body" sz="quarter" idx="28"/>
          </p:nvPr>
        </p:nvSpPr>
        <p:spPr>
          <a:xfrm>
            <a:off x="285534" y="285902"/>
            <a:ext cx="2477781" cy="2003649"/>
          </a:xfrm>
          <a:prstGeom prst="rect">
            <a:avLst/>
          </a:prstGeom>
        </p:spPr>
        <p:txBody>
          <a:bodyPr/>
          <a:lstStyle>
            <a:lvl1pPr defTabSz="1219200">
              <a:defRPr sz="1400"/>
            </a:lvl1pPr>
          </a:lstStyle>
          <a:p>
            <a:r>
              <a:t>28/36/42pt headline, 5 lines maximum, sentence case</a:t>
            </a:r>
          </a:p>
        </p:txBody>
      </p:sp>
    </p:spTree>
    <p:extLst>
      <p:ext uri="{BB962C8B-B14F-4D97-AF65-F5344CB8AC3E}">
        <p14:creationId xmlns:p14="http://schemas.microsoft.com/office/powerpoint/2010/main" val="384630859"/>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Boxes, 6 stacked, icons">
    <p:spTree>
      <p:nvGrpSpPr>
        <p:cNvPr id="1" name=""/>
        <p:cNvGrpSpPr/>
        <p:nvPr/>
      </p:nvGrpSpPr>
      <p:grpSpPr>
        <a:xfrm>
          <a:off x="0" y="0"/>
          <a:ext cx="0" cy="0"/>
          <a:chOff x="0" y="0"/>
          <a:chExt cx="0" cy="0"/>
        </a:xfrm>
      </p:grpSpPr>
      <p:sp>
        <p:nvSpPr>
          <p:cNvPr id="428" name="Picture Placeholder 15"/>
          <p:cNvSpPr>
            <a:spLocks noGrp="1"/>
          </p:cNvSpPr>
          <p:nvPr>
            <p:ph type="pic" sz="quarter" idx="21"/>
          </p:nvPr>
        </p:nvSpPr>
        <p:spPr>
          <a:xfrm>
            <a:off x="3333750" y="288036"/>
            <a:ext cx="201169" cy="201613"/>
          </a:xfrm>
          <a:prstGeom prst="rect">
            <a:avLst/>
          </a:prstGeom>
        </p:spPr>
        <p:txBody>
          <a:bodyPr lIns="91439" tIns="45719" rIns="91439" bIns="45719"/>
          <a:lstStyle/>
          <a:p>
            <a:endParaRPr/>
          </a:p>
        </p:txBody>
      </p:sp>
      <p:sp>
        <p:nvSpPr>
          <p:cNvPr id="429" name="Picture Placeholder 15"/>
          <p:cNvSpPr>
            <a:spLocks noGrp="1"/>
          </p:cNvSpPr>
          <p:nvPr>
            <p:ph type="pic" sz="quarter" idx="22"/>
          </p:nvPr>
        </p:nvSpPr>
        <p:spPr>
          <a:xfrm>
            <a:off x="6381750" y="288036"/>
            <a:ext cx="201169" cy="201613"/>
          </a:xfrm>
          <a:prstGeom prst="rect">
            <a:avLst/>
          </a:prstGeom>
        </p:spPr>
        <p:txBody>
          <a:bodyPr lIns="91439" tIns="45719" rIns="91439" bIns="45719"/>
          <a:lstStyle/>
          <a:p>
            <a:endParaRPr/>
          </a:p>
        </p:txBody>
      </p:sp>
      <p:sp>
        <p:nvSpPr>
          <p:cNvPr id="430" name="Text Placeholder 4"/>
          <p:cNvSpPr>
            <a:spLocks noGrp="1"/>
          </p:cNvSpPr>
          <p:nvPr>
            <p:ph type="body" sz="quarter" idx="23"/>
          </p:nvPr>
        </p:nvSpPr>
        <p:spPr>
          <a:xfrm>
            <a:off x="6381750" y="762000"/>
            <a:ext cx="2476500" cy="1999552"/>
          </a:xfrm>
          <a:prstGeom prst="rect">
            <a:avLst/>
          </a:prstGeom>
        </p:spPr>
        <p:txBody>
          <a:bodyPr/>
          <a:lstStyle>
            <a:lvl1pPr defTabSz="1219200">
              <a:defRPr sz="2400"/>
            </a:lvl1pPr>
          </a:lstStyle>
          <a:p>
            <a:pPr defTabSz="2438400">
              <a:defRPr sz="2400"/>
            </a:pPr>
            <a:r>
              <a:rPr>
                <a:latin typeface="IBM Plex Sans Medm"/>
                <a:ea typeface="IBM Plex Sans Medm"/>
                <a:cs typeface="IBM Plex Sans Medm"/>
                <a:sym typeface="IBM Plex Sans Medm"/>
              </a:rPr>
              <a:t>24pt subheading</a:t>
            </a:r>
            <a:r>
              <a:t> </a:t>
            </a:r>
            <a:br/>
            <a:r>
              <a:t>24pt text Lorem ipsum dolor sit amet </a:t>
            </a:r>
          </a:p>
          <a:p>
            <a:pPr defTabSz="2438400">
              <a:defRPr sz="2400"/>
            </a:pPr>
            <a:endParaRPr/>
          </a:p>
          <a:p>
            <a:pPr defTabSz="2438400">
              <a:defRPr sz="2400"/>
            </a:pPr>
            <a:r>
              <a:t>Lorem ipsum dolor sit amet donec quam felis ultricies nec pellentesque eu pretium quis sem.</a:t>
            </a:r>
          </a:p>
        </p:txBody>
      </p:sp>
      <p:sp>
        <p:nvSpPr>
          <p:cNvPr id="431" name="Picture Placeholder 15"/>
          <p:cNvSpPr>
            <a:spLocks noGrp="1"/>
          </p:cNvSpPr>
          <p:nvPr>
            <p:ph type="pic" sz="quarter" idx="24"/>
          </p:nvPr>
        </p:nvSpPr>
        <p:spPr>
          <a:xfrm>
            <a:off x="9429751" y="288036"/>
            <a:ext cx="201169" cy="201613"/>
          </a:xfrm>
          <a:prstGeom prst="rect">
            <a:avLst/>
          </a:prstGeom>
        </p:spPr>
        <p:txBody>
          <a:bodyPr lIns="91439" tIns="45719" rIns="91439" bIns="45719"/>
          <a:lstStyle/>
          <a:p>
            <a:endParaRPr/>
          </a:p>
        </p:txBody>
      </p:sp>
      <p:sp>
        <p:nvSpPr>
          <p:cNvPr id="432" name="Text Placeholder 4"/>
          <p:cNvSpPr>
            <a:spLocks noGrp="1"/>
          </p:cNvSpPr>
          <p:nvPr>
            <p:ph type="body" sz="quarter" idx="25"/>
          </p:nvPr>
        </p:nvSpPr>
        <p:spPr>
          <a:xfrm>
            <a:off x="9429751" y="762000"/>
            <a:ext cx="2473453" cy="1999550"/>
          </a:xfrm>
          <a:prstGeom prst="rect">
            <a:avLst/>
          </a:prstGeom>
        </p:spPr>
        <p:txBody>
          <a:bodyPr/>
          <a:lstStyle>
            <a:lvl1pPr defTabSz="1219200">
              <a:defRPr sz="2400"/>
            </a:lvl1pPr>
          </a:lstStyle>
          <a:p>
            <a:pPr defTabSz="2438400">
              <a:defRPr sz="2400"/>
            </a:pPr>
            <a:r>
              <a:rPr>
                <a:latin typeface="IBM Plex Sans Medm"/>
                <a:ea typeface="IBM Plex Sans Medm"/>
                <a:cs typeface="IBM Plex Sans Medm"/>
                <a:sym typeface="IBM Plex Sans Medm"/>
              </a:rPr>
              <a:t>24pt subheading </a:t>
            </a:r>
            <a:br/>
            <a:r>
              <a:t>24pt text Lorem ipsum dolor sit amet </a:t>
            </a:r>
            <a:br/>
            <a:endParaRPr/>
          </a:p>
          <a:p>
            <a:pPr defTabSz="2438400">
              <a:defRPr sz="2400"/>
            </a:pPr>
            <a:r>
              <a:t>Lorem ipsum dolor sit amet donec quam felis ultricies nec pellentesque eu pretium quis sem.</a:t>
            </a:r>
          </a:p>
        </p:txBody>
      </p:sp>
      <p:sp>
        <p:nvSpPr>
          <p:cNvPr id="433" name="Straight Connector 22"/>
          <p:cNvSpPr/>
          <p:nvPr/>
        </p:nvSpPr>
        <p:spPr>
          <a:xfrm>
            <a:off x="3048000" y="3048000"/>
            <a:ext cx="8861425" cy="0"/>
          </a:xfrm>
          <a:prstGeom prst="line">
            <a:avLst/>
          </a:prstGeom>
          <a:ln w="12700">
            <a:solidFill>
              <a:srgbClr val="000000"/>
            </a:solidFill>
          </a:ln>
        </p:spPr>
        <p:txBody>
          <a:bodyPr lIns="22860" rIns="22860"/>
          <a:lstStyle/>
          <a:p>
            <a:endParaRPr sz="900"/>
          </a:p>
        </p:txBody>
      </p:sp>
      <p:sp>
        <p:nvSpPr>
          <p:cNvPr id="434" name="Picture Placeholder 15"/>
          <p:cNvSpPr>
            <a:spLocks noGrp="1"/>
          </p:cNvSpPr>
          <p:nvPr>
            <p:ph type="pic" sz="quarter" idx="26"/>
          </p:nvPr>
        </p:nvSpPr>
        <p:spPr>
          <a:xfrm>
            <a:off x="3333750" y="3334615"/>
            <a:ext cx="201169" cy="201613"/>
          </a:xfrm>
          <a:prstGeom prst="rect">
            <a:avLst/>
          </a:prstGeom>
        </p:spPr>
        <p:txBody>
          <a:bodyPr lIns="91439" tIns="45719" rIns="91439" bIns="45719"/>
          <a:lstStyle/>
          <a:p>
            <a:endParaRPr/>
          </a:p>
        </p:txBody>
      </p:sp>
      <p:sp>
        <p:nvSpPr>
          <p:cNvPr id="435" name="Text Placeholder 4"/>
          <p:cNvSpPr>
            <a:spLocks noGrp="1"/>
          </p:cNvSpPr>
          <p:nvPr>
            <p:ph type="body" sz="quarter" idx="27"/>
          </p:nvPr>
        </p:nvSpPr>
        <p:spPr>
          <a:xfrm>
            <a:off x="3333750" y="3811797"/>
            <a:ext cx="2478025" cy="1999148"/>
          </a:xfrm>
          <a:prstGeom prst="rect">
            <a:avLst/>
          </a:prstGeom>
        </p:spPr>
        <p:txBody>
          <a:bodyPr/>
          <a:lstStyle>
            <a:lvl1pPr defTabSz="1219200">
              <a:defRPr sz="2400"/>
            </a:lvl1pPr>
          </a:lstStyle>
          <a:p>
            <a:pPr defTabSz="2438400">
              <a:defRPr sz="2400"/>
            </a:pPr>
            <a:r>
              <a:rPr>
                <a:latin typeface="IBM Plex Sans Medm"/>
                <a:ea typeface="IBM Plex Sans Medm"/>
                <a:cs typeface="IBM Plex Sans Medm"/>
                <a:sym typeface="IBM Plex Sans Medm"/>
              </a:rPr>
              <a:t>24pt subheading </a:t>
            </a:r>
            <a:br/>
            <a:r>
              <a:t>24pt text Lorem ipsum dolor sit amet </a:t>
            </a:r>
            <a:br/>
            <a:endParaRPr/>
          </a:p>
          <a:p>
            <a:pPr defTabSz="2438400">
              <a:defRPr sz="2400"/>
            </a:pPr>
            <a:r>
              <a:t>Lorem ipsum dolor sit amet donec quam felis ultricies nec pellentesque eu pretium quis sem.</a:t>
            </a:r>
          </a:p>
        </p:txBody>
      </p:sp>
      <p:sp>
        <p:nvSpPr>
          <p:cNvPr id="436" name="Picture Placeholder 15"/>
          <p:cNvSpPr>
            <a:spLocks noGrp="1"/>
          </p:cNvSpPr>
          <p:nvPr>
            <p:ph type="pic" sz="quarter" idx="28"/>
          </p:nvPr>
        </p:nvSpPr>
        <p:spPr>
          <a:xfrm>
            <a:off x="6381750" y="3334615"/>
            <a:ext cx="201169" cy="201613"/>
          </a:xfrm>
          <a:prstGeom prst="rect">
            <a:avLst/>
          </a:prstGeom>
        </p:spPr>
        <p:txBody>
          <a:bodyPr lIns="91439" tIns="45719" rIns="91439" bIns="45719"/>
          <a:lstStyle/>
          <a:p>
            <a:endParaRPr/>
          </a:p>
        </p:txBody>
      </p:sp>
      <p:sp>
        <p:nvSpPr>
          <p:cNvPr id="437" name="Text Placeholder 4"/>
          <p:cNvSpPr>
            <a:spLocks noGrp="1"/>
          </p:cNvSpPr>
          <p:nvPr>
            <p:ph type="body" sz="quarter" idx="29"/>
          </p:nvPr>
        </p:nvSpPr>
        <p:spPr>
          <a:xfrm>
            <a:off x="6381750" y="3811797"/>
            <a:ext cx="2478025" cy="1999146"/>
          </a:xfrm>
          <a:prstGeom prst="rect">
            <a:avLst/>
          </a:prstGeom>
        </p:spPr>
        <p:txBody>
          <a:bodyPr/>
          <a:lstStyle>
            <a:lvl1pPr defTabSz="1219200">
              <a:defRPr sz="2400"/>
            </a:lvl1pPr>
          </a:lstStyle>
          <a:p>
            <a:pPr defTabSz="2438400">
              <a:defRPr sz="2400"/>
            </a:pPr>
            <a:r>
              <a:rPr>
                <a:latin typeface="IBM Plex Sans Medm"/>
                <a:ea typeface="IBM Plex Sans Medm"/>
                <a:cs typeface="IBM Plex Sans Medm"/>
                <a:sym typeface="IBM Plex Sans Medm"/>
              </a:rPr>
              <a:t>24pt subheading </a:t>
            </a:r>
            <a:br/>
            <a:r>
              <a:t>24pt text Lorem ipsum dolor sit amet </a:t>
            </a:r>
            <a:br/>
            <a:endParaRPr/>
          </a:p>
          <a:p>
            <a:pPr defTabSz="2438400">
              <a:defRPr sz="2400"/>
            </a:pPr>
            <a:r>
              <a:t>Lorem ipsum dolor sit amet donec quam felis ultricies nec pellentesque eu pretium quis sem.</a:t>
            </a:r>
          </a:p>
        </p:txBody>
      </p:sp>
      <p:sp>
        <p:nvSpPr>
          <p:cNvPr id="438" name="Picture Placeholder 15"/>
          <p:cNvSpPr>
            <a:spLocks noGrp="1"/>
          </p:cNvSpPr>
          <p:nvPr>
            <p:ph type="pic" sz="quarter" idx="30"/>
          </p:nvPr>
        </p:nvSpPr>
        <p:spPr>
          <a:xfrm>
            <a:off x="9429751" y="3334615"/>
            <a:ext cx="201169" cy="201613"/>
          </a:xfrm>
          <a:prstGeom prst="rect">
            <a:avLst/>
          </a:prstGeom>
        </p:spPr>
        <p:txBody>
          <a:bodyPr lIns="91439" tIns="45719" rIns="91439" bIns="45719"/>
          <a:lstStyle/>
          <a:p>
            <a:endParaRPr/>
          </a:p>
        </p:txBody>
      </p:sp>
      <p:sp>
        <p:nvSpPr>
          <p:cNvPr id="439" name="Text Placeholder 4"/>
          <p:cNvSpPr>
            <a:spLocks noGrp="1"/>
          </p:cNvSpPr>
          <p:nvPr>
            <p:ph type="body" sz="quarter" idx="31"/>
          </p:nvPr>
        </p:nvSpPr>
        <p:spPr>
          <a:xfrm>
            <a:off x="9429751" y="3811797"/>
            <a:ext cx="2473453" cy="1999144"/>
          </a:xfrm>
          <a:prstGeom prst="rect">
            <a:avLst/>
          </a:prstGeom>
        </p:spPr>
        <p:txBody>
          <a:bodyPr/>
          <a:lstStyle>
            <a:lvl1pPr defTabSz="1219200">
              <a:defRPr sz="2400"/>
            </a:lvl1pPr>
          </a:lstStyle>
          <a:p>
            <a:pPr defTabSz="2438400">
              <a:defRPr sz="2400"/>
            </a:pPr>
            <a:r>
              <a:rPr>
                <a:latin typeface="IBM Plex Sans Medm"/>
                <a:ea typeface="IBM Plex Sans Medm"/>
                <a:cs typeface="IBM Plex Sans Medm"/>
                <a:sym typeface="IBM Plex Sans Medm"/>
              </a:rPr>
              <a:t>24pt subheading </a:t>
            </a:r>
            <a:br/>
            <a:r>
              <a:t>24pt text Lorem ipsum dolor sit amet </a:t>
            </a:r>
            <a:br/>
            <a:endParaRPr/>
          </a:p>
          <a:p>
            <a:pPr defTabSz="2438400">
              <a:defRPr sz="2400"/>
            </a:pPr>
            <a:r>
              <a:t>Lorem ipsum dolor sit amet donec quam felis ultricies nec pellentesque eu pretium quis sem.</a:t>
            </a:r>
          </a:p>
        </p:txBody>
      </p:sp>
      <p:sp>
        <p:nvSpPr>
          <p:cNvPr id="4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441" name="Straight Connector 3"/>
          <p:cNvSpPr/>
          <p:nvPr/>
        </p:nvSpPr>
        <p:spPr>
          <a:xfrm flipH="1">
            <a:off x="3048000" y="285051"/>
            <a:ext cx="1" cy="5811041"/>
          </a:xfrm>
          <a:prstGeom prst="line">
            <a:avLst/>
          </a:prstGeom>
          <a:ln w="12700">
            <a:solidFill>
              <a:srgbClr val="000000"/>
            </a:solidFill>
          </a:ln>
        </p:spPr>
        <p:txBody>
          <a:bodyPr lIns="22860" rIns="22860"/>
          <a:lstStyle/>
          <a:p>
            <a:endParaRPr sz="900"/>
          </a:p>
        </p:txBody>
      </p:sp>
      <p:sp>
        <p:nvSpPr>
          <p:cNvPr id="442" name="Straight Connector 10"/>
          <p:cNvSpPr/>
          <p:nvPr/>
        </p:nvSpPr>
        <p:spPr>
          <a:xfrm flipH="1">
            <a:off x="6096064" y="285052"/>
            <a:ext cx="1" cy="5812536"/>
          </a:xfrm>
          <a:prstGeom prst="line">
            <a:avLst/>
          </a:prstGeom>
          <a:ln w="12700">
            <a:solidFill>
              <a:srgbClr val="000000"/>
            </a:solidFill>
          </a:ln>
        </p:spPr>
        <p:txBody>
          <a:bodyPr lIns="22860" rIns="22860"/>
          <a:lstStyle/>
          <a:p>
            <a:endParaRPr sz="900"/>
          </a:p>
        </p:txBody>
      </p:sp>
      <p:sp>
        <p:nvSpPr>
          <p:cNvPr id="443" name="Straight Connector 12"/>
          <p:cNvSpPr/>
          <p:nvPr/>
        </p:nvSpPr>
        <p:spPr>
          <a:xfrm flipH="1">
            <a:off x="9142413" y="285051"/>
            <a:ext cx="1" cy="5811041"/>
          </a:xfrm>
          <a:prstGeom prst="line">
            <a:avLst/>
          </a:prstGeom>
          <a:ln w="12700">
            <a:solidFill>
              <a:srgbClr val="000000"/>
            </a:solidFill>
          </a:ln>
        </p:spPr>
        <p:txBody>
          <a:bodyPr lIns="22860" rIns="22860"/>
          <a:lstStyle/>
          <a:p>
            <a:endParaRPr sz="900"/>
          </a:p>
        </p:txBody>
      </p:sp>
      <p:sp>
        <p:nvSpPr>
          <p:cNvPr id="444" name="Footer"/>
          <p:cNvSpPr txBox="1">
            <a:spLocks noGrp="1"/>
          </p:cNvSpPr>
          <p:nvPr>
            <p:ph type="body" sz="quarter" idx="32"/>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445" name="Text Placeholder 4"/>
          <p:cNvSpPr>
            <a:spLocks noGrp="1"/>
          </p:cNvSpPr>
          <p:nvPr>
            <p:ph type="body" sz="quarter" idx="33"/>
          </p:nvPr>
        </p:nvSpPr>
        <p:spPr>
          <a:xfrm>
            <a:off x="3334512" y="762000"/>
            <a:ext cx="2476501" cy="1999552"/>
          </a:xfrm>
          <a:prstGeom prst="rect">
            <a:avLst/>
          </a:prstGeom>
        </p:spPr>
        <p:txBody>
          <a:bodyPr/>
          <a:lstStyle>
            <a:lvl1pPr defTabSz="1219200">
              <a:defRPr sz="2400"/>
            </a:lvl1pPr>
          </a:lstStyle>
          <a:p>
            <a:pPr defTabSz="2438400">
              <a:defRPr sz="2400"/>
            </a:pPr>
            <a:r>
              <a:rPr>
                <a:latin typeface="IBM Plex Sans Medm"/>
                <a:ea typeface="IBM Plex Sans Medm"/>
                <a:cs typeface="IBM Plex Sans Medm"/>
                <a:sym typeface="IBM Plex Sans Medm"/>
              </a:rPr>
              <a:t>24pt subheading</a:t>
            </a:r>
            <a:r>
              <a:t> </a:t>
            </a:r>
            <a:br/>
            <a:r>
              <a:t>24pt text Lorem ipsum dolor sit amet </a:t>
            </a:r>
          </a:p>
          <a:p>
            <a:pPr defTabSz="2438400">
              <a:defRPr sz="2400"/>
            </a:pPr>
            <a:endParaRPr/>
          </a:p>
          <a:p>
            <a:pPr defTabSz="2438400">
              <a:defRPr sz="2400"/>
            </a:pPr>
            <a:r>
              <a:t>Lorem ipsum dolor sit amet donec quam felis ultricies nec pellentesque eu pretium quis sem.</a:t>
            </a:r>
          </a:p>
        </p:txBody>
      </p:sp>
      <p:sp>
        <p:nvSpPr>
          <p:cNvPr id="446" name="28/36/42pt headline,  5 lines maximum, sentence case"/>
          <p:cNvSpPr txBox="1">
            <a:spLocks noGrp="1"/>
          </p:cNvSpPr>
          <p:nvPr>
            <p:ph type="body" sz="quarter" idx="34"/>
          </p:nvPr>
        </p:nvSpPr>
        <p:spPr>
          <a:xfrm>
            <a:off x="285534" y="285902"/>
            <a:ext cx="2477781" cy="2003649"/>
          </a:xfrm>
          <a:prstGeom prst="rect">
            <a:avLst/>
          </a:prstGeom>
        </p:spPr>
        <p:txBody>
          <a:bodyPr/>
          <a:lstStyle>
            <a:lvl1pPr defTabSz="1219200">
              <a:defRPr/>
            </a:lvl1pPr>
          </a:lstStyle>
          <a:p>
            <a:pPr defTabSz="2438400"/>
            <a:r>
              <a:t>28/36/42pt headline, </a:t>
            </a:r>
            <a:br/>
            <a:r>
              <a:t>5 lines maximum, sentence case</a:t>
            </a:r>
          </a:p>
        </p:txBody>
      </p:sp>
    </p:spTree>
    <p:extLst>
      <p:ext uri="{BB962C8B-B14F-4D97-AF65-F5344CB8AC3E}">
        <p14:creationId xmlns:p14="http://schemas.microsoft.com/office/powerpoint/2010/main" val="3223807903"/>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Boxes, 6 stacked, alternate, large title">
    <p:spTree>
      <p:nvGrpSpPr>
        <p:cNvPr id="1" name=""/>
        <p:cNvGrpSpPr/>
        <p:nvPr/>
      </p:nvGrpSpPr>
      <p:grpSpPr>
        <a:xfrm>
          <a:off x="0" y="0"/>
          <a:ext cx="0" cy="0"/>
          <a:chOff x="0" y="0"/>
          <a:chExt cx="0" cy="0"/>
        </a:xfrm>
      </p:grpSpPr>
      <p:sp>
        <p:nvSpPr>
          <p:cNvPr id="453" name="64/86pt headline"/>
          <p:cNvSpPr txBox="1">
            <a:spLocks noGrp="1"/>
          </p:cNvSpPr>
          <p:nvPr>
            <p:ph type="body" sz="quarter" idx="21"/>
          </p:nvPr>
        </p:nvSpPr>
        <p:spPr>
          <a:xfrm>
            <a:off x="288709" y="160806"/>
            <a:ext cx="5519738" cy="1708674"/>
          </a:xfrm>
          <a:prstGeom prst="rect">
            <a:avLst/>
          </a:prstGeom>
        </p:spPr>
        <p:txBody>
          <a:bodyPr/>
          <a:lstStyle>
            <a:lvl1pPr defTabSz="1219200">
              <a:lnSpc>
                <a:spcPct val="90000"/>
              </a:lnSpc>
              <a:defRPr sz="3400"/>
            </a:lvl1pPr>
          </a:lstStyle>
          <a:p>
            <a:r>
              <a:t>64/86pt headline</a:t>
            </a:r>
          </a:p>
        </p:txBody>
      </p:sp>
      <p:sp>
        <p:nvSpPr>
          <p:cNvPr id="454" name="Text Placeholder 6"/>
          <p:cNvSpPr>
            <a:spLocks noGrp="1"/>
          </p:cNvSpPr>
          <p:nvPr>
            <p:ph type="body" sz="quarter" idx="22"/>
          </p:nvPr>
        </p:nvSpPr>
        <p:spPr>
          <a:xfrm>
            <a:off x="9432637" y="288036"/>
            <a:ext cx="2471942" cy="2477295"/>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2</a:t>
            </a:r>
          </a:p>
          <a:p>
            <a:pPr defTabSz="2438400">
              <a:defRPr sz="2800"/>
            </a:pPr>
            <a:br/>
            <a:r>
              <a:t>Numbers are optional. Donec quam felis ultricies nec pellentesque eu pretium.</a:t>
            </a:r>
          </a:p>
        </p:txBody>
      </p:sp>
      <p:sp>
        <p:nvSpPr>
          <p:cNvPr id="4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456" name="Straight Connector 4"/>
          <p:cNvSpPr/>
          <p:nvPr/>
        </p:nvSpPr>
        <p:spPr>
          <a:xfrm flipH="1">
            <a:off x="9142412" y="286569"/>
            <a:ext cx="1" cy="5811019"/>
          </a:xfrm>
          <a:prstGeom prst="line">
            <a:avLst/>
          </a:prstGeom>
          <a:ln w="12700">
            <a:solidFill>
              <a:srgbClr val="000000"/>
            </a:solidFill>
          </a:ln>
        </p:spPr>
        <p:txBody>
          <a:bodyPr lIns="22860" rIns="22860"/>
          <a:lstStyle/>
          <a:p>
            <a:endParaRPr sz="900"/>
          </a:p>
        </p:txBody>
      </p:sp>
      <p:sp>
        <p:nvSpPr>
          <p:cNvPr id="457" name="Straight Connector 12"/>
          <p:cNvSpPr/>
          <p:nvPr/>
        </p:nvSpPr>
        <p:spPr>
          <a:xfrm>
            <a:off x="288036" y="3048000"/>
            <a:ext cx="11614246" cy="0"/>
          </a:xfrm>
          <a:prstGeom prst="line">
            <a:avLst/>
          </a:prstGeom>
          <a:ln w="12700">
            <a:solidFill>
              <a:srgbClr val="000000"/>
            </a:solidFill>
          </a:ln>
        </p:spPr>
        <p:txBody>
          <a:bodyPr lIns="22860" rIns="22860"/>
          <a:lstStyle/>
          <a:p>
            <a:endParaRPr sz="900"/>
          </a:p>
        </p:txBody>
      </p:sp>
      <p:sp>
        <p:nvSpPr>
          <p:cNvPr id="458" name="Straight Connector 13"/>
          <p:cNvSpPr/>
          <p:nvPr/>
        </p:nvSpPr>
        <p:spPr>
          <a:xfrm flipH="1">
            <a:off x="3048000" y="3041650"/>
            <a:ext cx="1" cy="3055938"/>
          </a:xfrm>
          <a:prstGeom prst="line">
            <a:avLst/>
          </a:prstGeom>
          <a:ln w="12700">
            <a:solidFill>
              <a:srgbClr val="000000"/>
            </a:solidFill>
          </a:ln>
        </p:spPr>
        <p:txBody>
          <a:bodyPr lIns="22860" rIns="22860"/>
          <a:lstStyle/>
          <a:p>
            <a:endParaRPr sz="900"/>
          </a:p>
        </p:txBody>
      </p:sp>
      <p:sp>
        <p:nvSpPr>
          <p:cNvPr id="459" name="Straight Connector 14"/>
          <p:cNvSpPr/>
          <p:nvPr/>
        </p:nvSpPr>
        <p:spPr>
          <a:xfrm flipH="1">
            <a:off x="6096064" y="285052"/>
            <a:ext cx="1" cy="5812536"/>
          </a:xfrm>
          <a:prstGeom prst="line">
            <a:avLst/>
          </a:prstGeom>
          <a:ln w="12700">
            <a:solidFill>
              <a:srgbClr val="000000"/>
            </a:solidFill>
          </a:ln>
        </p:spPr>
        <p:txBody>
          <a:bodyPr lIns="22860" rIns="22860"/>
          <a:lstStyle/>
          <a:p>
            <a:endParaRPr sz="900"/>
          </a:p>
        </p:txBody>
      </p:sp>
      <p:sp>
        <p:nvSpPr>
          <p:cNvPr id="460" name="Text Placeholder 10"/>
          <p:cNvSpPr>
            <a:spLocks noGrp="1"/>
          </p:cNvSpPr>
          <p:nvPr>
            <p:ph type="body" sz="quarter" idx="23"/>
          </p:nvPr>
        </p:nvSpPr>
        <p:spPr>
          <a:xfrm>
            <a:off x="288036" y="3331591"/>
            <a:ext cx="2474913" cy="2759689"/>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3</a:t>
            </a:r>
          </a:p>
          <a:p>
            <a:pPr defTabSz="2438400">
              <a:defRPr sz="2800"/>
            </a:pPr>
            <a:br/>
            <a:r>
              <a:t>Numbers are optional. Lorem ipsum dolor sit amet donec quam felis ultricies nec quis pellentesque eu pretium sem.</a:t>
            </a:r>
          </a:p>
        </p:txBody>
      </p:sp>
      <p:sp>
        <p:nvSpPr>
          <p:cNvPr id="461" name="Text Placeholder 10"/>
          <p:cNvSpPr>
            <a:spLocks noGrp="1"/>
          </p:cNvSpPr>
          <p:nvPr>
            <p:ph type="body" sz="quarter" idx="24"/>
          </p:nvPr>
        </p:nvSpPr>
        <p:spPr>
          <a:xfrm>
            <a:off x="3331621" y="3330575"/>
            <a:ext cx="2477053" cy="2762251"/>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4</a:t>
            </a:r>
          </a:p>
          <a:p>
            <a:pPr defTabSz="2438400">
              <a:defRPr sz="2800"/>
            </a:pPr>
            <a:br/>
            <a:r>
              <a:t>Numbers are optional. Dolor sit amet donec quam felis ultricies nec pellentesque eu pretium.</a:t>
            </a:r>
          </a:p>
        </p:txBody>
      </p:sp>
      <p:sp>
        <p:nvSpPr>
          <p:cNvPr id="462" name="Text Placeholder 10"/>
          <p:cNvSpPr>
            <a:spLocks noGrp="1"/>
          </p:cNvSpPr>
          <p:nvPr>
            <p:ph type="body" sz="quarter" idx="25"/>
          </p:nvPr>
        </p:nvSpPr>
        <p:spPr>
          <a:xfrm>
            <a:off x="9429750" y="3330575"/>
            <a:ext cx="2468951" cy="2762251"/>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6</a:t>
            </a:r>
          </a:p>
          <a:p>
            <a:pPr defTabSz="2438400">
              <a:defRPr sz="2800"/>
            </a:pPr>
            <a:br/>
            <a:r>
              <a:t>Numbers are optional. Sit amet donec quam felis ultricies.</a:t>
            </a:r>
          </a:p>
        </p:txBody>
      </p:sp>
      <p:sp>
        <p:nvSpPr>
          <p:cNvPr id="463" name="Footer"/>
          <p:cNvSpPr txBox="1">
            <a:spLocks noGrp="1"/>
          </p:cNvSpPr>
          <p:nvPr>
            <p:ph type="body" sz="quarter" idx="26"/>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464" name="Text Placeholder 10"/>
          <p:cNvSpPr>
            <a:spLocks noGrp="1"/>
          </p:cNvSpPr>
          <p:nvPr>
            <p:ph type="body" sz="quarter" idx="27"/>
          </p:nvPr>
        </p:nvSpPr>
        <p:spPr>
          <a:xfrm>
            <a:off x="6378955" y="3330575"/>
            <a:ext cx="2479838" cy="2762251"/>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5</a:t>
            </a:r>
          </a:p>
          <a:p>
            <a:pPr defTabSz="2438400">
              <a:defRPr sz="2800"/>
            </a:pPr>
            <a:br/>
            <a:r>
              <a:t>Numbers are optional. Lorem donec quam felis ultricies nec pellentesque eu pretium.</a:t>
            </a:r>
          </a:p>
        </p:txBody>
      </p:sp>
      <p:sp>
        <p:nvSpPr>
          <p:cNvPr id="465" name="Text Placeholder 6"/>
          <p:cNvSpPr>
            <a:spLocks noGrp="1"/>
          </p:cNvSpPr>
          <p:nvPr>
            <p:ph type="body" sz="quarter" idx="28"/>
          </p:nvPr>
        </p:nvSpPr>
        <p:spPr>
          <a:xfrm>
            <a:off x="6379997" y="288036"/>
            <a:ext cx="2471941" cy="2477295"/>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1</a:t>
            </a:r>
          </a:p>
          <a:p>
            <a:pPr defTabSz="2438400">
              <a:defRPr sz="2800"/>
            </a:pPr>
            <a:br/>
            <a:r>
              <a:t>Numbers are optional. Lorem ipsum dolor sit amet donec quam felis ultricies nec pellentesque eu pretium.</a:t>
            </a:r>
          </a:p>
        </p:txBody>
      </p:sp>
    </p:spTree>
    <p:extLst>
      <p:ext uri="{BB962C8B-B14F-4D97-AF65-F5344CB8AC3E}">
        <p14:creationId xmlns:p14="http://schemas.microsoft.com/office/powerpoint/2010/main" val="4206218670"/>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name="Boxes, 6 stacked, alternate, small title">
    <p:spTree>
      <p:nvGrpSpPr>
        <p:cNvPr id="1" name=""/>
        <p:cNvGrpSpPr/>
        <p:nvPr/>
      </p:nvGrpSpPr>
      <p:grpSpPr>
        <a:xfrm>
          <a:off x="0" y="0"/>
          <a:ext cx="0" cy="0"/>
          <a:chOff x="0" y="0"/>
          <a:chExt cx="0" cy="0"/>
        </a:xfrm>
      </p:grpSpPr>
      <p:sp>
        <p:nvSpPr>
          <p:cNvPr id="472" name="28/36/42pt headline,  3 lines maximum, sentence case"/>
          <p:cNvSpPr txBox="1">
            <a:spLocks noGrp="1"/>
          </p:cNvSpPr>
          <p:nvPr>
            <p:ph type="body" sz="quarter" idx="21"/>
          </p:nvPr>
        </p:nvSpPr>
        <p:spPr>
          <a:xfrm>
            <a:off x="285534" y="285902"/>
            <a:ext cx="2479917" cy="1589225"/>
          </a:xfrm>
          <a:prstGeom prst="rect">
            <a:avLst/>
          </a:prstGeom>
        </p:spPr>
        <p:txBody>
          <a:bodyPr/>
          <a:lstStyle>
            <a:lvl1pPr defTabSz="1219200">
              <a:defRPr/>
            </a:lvl1pPr>
          </a:lstStyle>
          <a:p>
            <a:pPr defTabSz="2438400"/>
            <a:r>
              <a:t>28/36/42pt headline, </a:t>
            </a:r>
            <a:br/>
            <a:r>
              <a:t>3 lines maximum, sentence case</a:t>
            </a:r>
          </a:p>
        </p:txBody>
      </p:sp>
      <p:sp>
        <p:nvSpPr>
          <p:cNvPr id="473" name="Text Placeholder 6"/>
          <p:cNvSpPr>
            <a:spLocks noGrp="1"/>
          </p:cNvSpPr>
          <p:nvPr>
            <p:ph type="body" sz="quarter" idx="22"/>
          </p:nvPr>
        </p:nvSpPr>
        <p:spPr>
          <a:xfrm>
            <a:off x="9432637" y="288036"/>
            <a:ext cx="2471942" cy="2477295"/>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2</a:t>
            </a:r>
          </a:p>
          <a:p>
            <a:pPr defTabSz="2438400">
              <a:defRPr sz="2800"/>
            </a:pPr>
            <a:br/>
            <a:r>
              <a:t>Numbers are optional. Donec quam felis ultricies nec pellentesque eu pretium.</a:t>
            </a:r>
          </a:p>
        </p:txBody>
      </p:sp>
      <p:sp>
        <p:nvSpPr>
          <p:cNvPr id="4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475" name="Straight Connector 4"/>
          <p:cNvSpPr/>
          <p:nvPr/>
        </p:nvSpPr>
        <p:spPr>
          <a:xfrm flipH="1">
            <a:off x="9142412" y="286569"/>
            <a:ext cx="1" cy="5811019"/>
          </a:xfrm>
          <a:prstGeom prst="line">
            <a:avLst/>
          </a:prstGeom>
          <a:ln w="12700">
            <a:solidFill>
              <a:srgbClr val="000000"/>
            </a:solidFill>
          </a:ln>
        </p:spPr>
        <p:txBody>
          <a:bodyPr lIns="22860" rIns="22860"/>
          <a:lstStyle/>
          <a:p>
            <a:endParaRPr sz="900"/>
          </a:p>
        </p:txBody>
      </p:sp>
      <p:sp>
        <p:nvSpPr>
          <p:cNvPr id="476" name="Straight Connector 12"/>
          <p:cNvSpPr/>
          <p:nvPr/>
        </p:nvSpPr>
        <p:spPr>
          <a:xfrm>
            <a:off x="288036" y="3048000"/>
            <a:ext cx="11614246" cy="0"/>
          </a:xfrm>
          <a:prstGeom prst="line">
            <a:avLst/>
          </a:prstGeom>
          <a:ln w="12700">
            <a:solidFill>
              <a:srgbClr val="000000"/>
            </a:solidFill>
          </a:ln>
        </p:spPr>
        <p:txBody>
          <a:bodyPr lIns="22860" rIns="22860"/>
          <a:lstStyle/>
          <a:p>
            <a:endParaRPr sz="900"/>
          </a:p>
        </p:txBody>
      </p:sp>
      <p:sp>
        <p:nvSpPr>
          <p:cNvPr id="477" name="Straight Connector 13"/>
          <p:cNvSpPr/>
          <p:nvPr/>
        </p:nvSpPr>
        <p:spPr>
          <a:xfrm flipH="1">
            <a:off x="3048000" y="3041650"/>
            <a:ext cx="1" cy="3055938"/>
          </a:xfrm>
          <a:prstGeom prst="line">
            <a:avLst/>
          </a:prstGeom>
          <a:ln w="12700">
            <a:solidFill>
              <a:srgbClr val="000000"/>
            </a:solidFill>
          </a:ln>
        </p:spPr>
        <p:txBody>
          <a:bodyPr lIns="22860" rIns="22860"/>
          <a:lstStyle/>
          <a:p>
            <a:endParaRPr sz="900"/>
          </a:p>
        </p:txBody>
      </p:sp>
      <p:sp>
        <p:nvSpPr>
          <p:cNvPr id="478" name="Straight Connector 14"/>
          <p:cNvSpPr/>
          <p:nvPr/>
        </p:nvSpPr>
        <p:spPr>
          <a:xfrm flipH="1">
            <a:off x="6096064" y="285052"/>
            <a:ext cx="1" cy="5812536"/>
          </a:xfrm>
          <a:prstGeom prst="line">
            <a:avLst/>
          </a:prstGeom>
          <a:ln w="12700">
            <a:solidFill>
              <a:srgbClr val="000000"/>
            </a:solidFill>
          </a:ln>
        </p:spPr>
        <p:txBody>
          <a:bodyPr lIns="22860" rIns="22860"/>
          <a:lstStyle/>
          <a:p>
            <a:endParaRPr sz="900"/>
          </a:p>
        </p:txBody>
      </p:sp>
      <p:sp>
        <p:nvSpPr>
          <p:cNvPr id="479" name="Text Placeholder 10"/>
          <p:cNvSpPr>
            <a:spLocks noGrp="1"/>
          </p:cNvSpPr>
          <p:nvPr>
            <p:ph type="body" sz="quarter" idx="23"/>
          </p:nvPr>
        </p:nvSpPr>
        <p:spPr>
          <a:xfrm>
            <a:off x="288036" y="3331591"/>
            <a:ext cx="2474913" cy="2753339"/>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3</a:t>
            </a:r>
          </a:p>
          <a:p>
            <a:pPr defTabSz="2438400">
              <a:defRPr sz="2800"/>
            </a:pPr>
            <a:br/>
            <a:r>
              <a:t>Numbers are optional. Lorem ipsum dolor sit amet donec quam felis ultricies nec quis pellentesque eu pretium sem.</a:t>
            </a:r>
          </a:p>
        </p:txBody>
      </p:sp>
      <p:sp>
        <p:nvSpPr>
          <p:cNvPr id="480" name="Text Placeholder 10"/>
          <p:cNvSpPr>
            <a:spLocks noGrp="1"/>
          </p:cNvSpPr>
          <p:nvPr>
            <p:ph type="body" sz="quarter" idx="24"/>
          </p:nvPr>
        </p:nvSpPr>
        <p:spPr>
          <a:xfrm>
            <a:off x="3331621" y="3330575"/>
            <a:ext cx="2477053" cy="2754190"/>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4</a:t>
            </a:r>
          </a:p>
          <a:p>
            <a:pPr defTabSz="2438400">
              <a:defRPr sz="2800"/>
            </a:pPr>
            <a:br/>
            <a:r>
              <a:t>Numbers are optional. Dolor sit amet donec quam felis ultricies nec pellentesque eu pretium.</a:t>
            </a:r>
          </a:p>
        </p:txBody>
      </p:sp>
      <p:sp>
        <p:nvSpPr>
          <p:cNvPr id="481" name="Text Placeholder 10"/>
          <p:cNvSpPr>
            <a:spLocks noGrp="1"/>
          </p:cNvSpPr>
          <p:nvPr>
            <p:ph type="body" sz="quarter" idx="25"/>
          </p:nvPr>
        </p:nvSpPr>
        <p:spPr>
          <a:xfrm>
            <a:off x="6378955" y="3330575"/>
            <a:ext cx="2479838" cy="2754714"/>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5</a:t>
            </a:r>
          </a:p>
          <a:p>
            <a:pPr defTabSz="2438400">
              <a:defRPr sz="2800"/>
            </a:pPr>
            <a:br/>
            <a:r>
              <a:t>Numbers are optional. Lorem donec quam felis ultricies nec pellentesque eu pretium.</a:t>
            </a:r>
          </a:p>
        </p:txBody>
      </p:sp>
      <p:sp>
        <p:nvSpPr>
          <p:cNvPr id="482" name="Text Placeholder 10"/>
          <p:cNvSpPr>
            <a:spLocks noGrp="1"/>
          </p:cNvSpPr>
          <p:nvPr>
            <p:ph type="body" sz="quarter" idx="26"/>
          </p:nvPr>
        </p:nvSpPr>
        <p:spPr>
          <a:xfrm>
            <a:off x="9429750" y="3330575"/>
            <a:ext cx="2468951" cy="2754110"/>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6</a:t>
            </a:r>
          </a:p>
          <a:p>
            <a:pPr defTabSz="2438400">
              <a:defRPr sz="2800"/>
            </a:pPr>
            <a:br/>
            <a:r>
              <a:t>Numbers are optional. Sit amet donec quam felis ultricies.</a:t>
            </a:r>
          </a:p>
        </p:txBody>
      </p:sp>
      <p:sp>
        <p:nvSpPr>
          <p:cNvPr id="483" name="Footer"/>
          <p:cNvSpPr txBox="1">
            <a:spLocks noGrp="1"/>
          </p:cNvSpPr>
          <p:nvPr>
            <p:ph type="body" sz="quarter" idx="27"/>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484" name="Text Placeholder 6"/>
          <p:cNvSpPr>
            <a:spLocks noGrp="1"/>
          </p:cNvSpPr>
          <p:nvPr>
            <p:ph type="body" sz="quarter" idx="28"/>
          </p:nvPr>
        </p:nvSpPr>
        <p:spPr>
          <a:xfrm>
            <a:off x="6379997" y="288036"/>
            <a:ext cx="2471941" cy="2477295"/>
          </a:xfrm>
          <a:prstGeom prst="rect">
            <a:avLst/>
          </a:prstGeom>
        </p:spPr>
        <p:txBody>
          <a:bodyPr/>
          <a:lstStyle>
            <a:lvl1pPr defTabSz="1219200">
              <a:lnSpc>
                <a:spcPct val="90000"/>
              </a:lnSpc>
              <a:defRPr sz="2800">
                <a:solidFill>
                  <a:schemeClr val="accent1"/>
                </a:solidFill>
              </a:defRPr>
            </a:lvl1pPr>
          </a:lstStyle>
          <a:p>
            <a:pPr defTabSz="2438400">
              <a:lnSpc>
                <a:spcPct val="90000"/>
              </a:lnSpc>
              <a:defRPr sz="6800">
                <a:solidFill>
                  <a:schemeClr val="accent1"/>
                </a:solidFill>
              </a:defRPr>
            </a:pPr>
            <a:r>
              <a:t>1</a:t>
            </a:r>
          </a:p>
          <a:p>
            <a:pPr defTabSz="2438400">
              <a:defRPr sz="2800"/>
            </a:pPr>
            <a:br/>
            <a:r>
              <a:t>Numbers are optional. Lorem ipsum dolor sit amet donec quam felis ultricies nec pellentesque eu pretium.</a:t>
            </a:r>
          </a:p>
        </p:txBody>
      </p:sp>
    </p:spTree>
    <p:extLst>
      <p:ext uri="{BB962C8B-B14F-4D97-AF65-F5344CB8AC3E}">
        <p14:creationId xmlns:p14="http://schemas.microsoft.com/office/powerpoint/2010/main" val="2239485024"/>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Video or imagery, half, inset">
    <p:spTree>
      <p:nvGrpSpPr>
        <p:cNvPr id="1" name=""/>
        <p:cNvGrpSpPr/>
        <p:nvPr/>
      </p:nvGrpSpPr>
      <p:grpSpPr>
        <a:xfrm>
          <a:off x="0" y="0"/>
          <a:ext cx="0" cy="0"/>
          <a:chOff x="0" y="0"/>
          <a:chExt cx="0" cy="0"/>
        </a:xfrm>
      </p:grpSpPr>
      <p:sp>
        <p:nvSpPr>
          <p:cNvPr id="491" name="28/36/42pt headline, 3 lines maximum, sentence case"/>
          <p:cNvSpPr txBox="1">
            <a:spLocks noGrp="1"/>
          </p:cNvSpPr>
          <p:nvPr>
            <p:ph type="body" sz="quarter" idx="21"/>
          </p:nvPr>
        </p:nvSpPr>
        <p:spPr>
          <a:xfrm>
            <a:off x="285534" y="285902"/>
            <a:ext cx="2477781" cy="767063"/>
          </a:xfrm>
          <a:prstGeom prst="rect">
            <a:avLst/>
          </a:prstGeom>
        </p:spPr>
        <p:txBody>
          <a:bodyPr/>
          <a:lstStyle>
            <a:lvl1pPr defTabSz="1219200">
              <a:defRPr sz="1400"/>
            </a:lvl1pPr>
          </a:lstStyle>
          <a:p>
            <a:r>
              <a:t>28/36/42pt headline, 3 lines maximum, sentence case</a:t>
            </a:r>
          </a:p>
        </p:txBody>
      </p:sp>
      <p:sp>
        <p:nvSpPr>
          <p:cNvPr id="492" name="Text Placeholder 5"/>
          <p:cNvSpPr>
            <a:spLocks noGrp="1"/>
          </p:cNvSpPr>
          <p:nvPr>
            <p:ph type="body" sz="quarter" idx="22"/>
          </p:nvPr>
        </p:nvSpPr>
        <p:spPr>
          <a:xfrm>
            <a:off x="3335338" y="1522133"/>
            <a:ext cx="2475707" cy="4569476"/>
          </a:xfrm>
          <a:prstGeom prst="rect">
            <a:avLst/>
          </a:prstGeom>
        </p:spPr>
        <p:txBody>
          <a:bodyPr/>
          <a:lstStyle>
            <a:lvl1pPr defTabSz="1219200">
              <a:defRPr sz="2800"/>
            </a:lvl1pPr>
          </a:lstStyle>
          <a:p>
            <a:pPr defTabSz="2438400">
              <a:defRPr sz="2800"/>
            </a:pPr>
            <a:r>
              <a:t>Nulla eu mattis elit, efficitur scelerisque velit. Vestibulum viverra, ante ac placerat. </a:t>
            </a:r>
            <a:br/>
            <a:endParaRPr/>
          </a:p>
          <a:p>
            <a:pPr defTabSz="2438400">
              <a:defRPr sz="2800"/>
            </a:pPr>
            <a:r>
              <a:t>Lorem ipsum dolor sit amet, consectetur adipiscing elit. Sed at sem erat. Vivamus a pulvinar sapien. Orci varius natoque pen et magnis dis parturi montes, nasce ridiculus mus nonamus totalis ellimatus est. </a:t>
            </a:r>
          </a:p>
        </p:txBody>
      </p:sp>
      <p:sp>
        <p:nvSpPr>
          <p:cNvPr id="493" name="Picture Placeholder 10"/>
          <p:cNvSpPr>
            <a:spLocks noGrp="1"/>
          </p:cNvSpPr>
          <p:nvPr>
            <p:ph type="pic" idx="23"/>
          </p:nvPr>
        </p:nvSpPr>
        <p:spPr>
          <a:xfrm>
            <a:off x="6381750" y="288036"/>
            <a:ext cx="5520627" cy="6285802"/>
          </a:xfrm>
          <a:prstGeom prst="rect">
            <a:avLst/>
          </a:prstGeom>
        </p:spPr>
        <p:txBody>
          <a:bodyPr lIns="91439" tIns="45719" rIns="91439" bIns="45719"/>
          <a:lstStyle/>
          <a:p>
            <a:endParaRPr/>
          </a:p>
        </p:txBody>
      </p:sp>
      <p:sp>
        <p:nvSpPr>
          <p:cNvPr id="494" name="Footer"/>
          <p:cNvSpPr txBox="1">
            <a:spLocks noGrp="1"/>
          </p:cNvSpPr>
          <p:nvPr>
            <p:ph type="body" sz="quarter" idx="24"/>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495" name="Text Placeholder 5"/>
          <p:cNvSpPr>
            <a:spLocks noGrp="1"/>
          </p:cNvSpPr>
          <p:nvPr>
            <p:ph type="body" sz="quarter" idx="25"/>
          </p:nvPr>
        </p:nvSpPr>
        <p:spPr>
          <a:xfrm>
            <a:off x="286062" y="1522133"/>
            <a:ext cx="2475707" cy="4569476"/>
          </a:xfrm>
          <a:prstGeom prst="rect">
            <a:avLst/>
          </a:prstGeom>
        </p:spPr>
        <p:txBody>
          <a:bodyPr/>
          <a:lstStyle>
            <a:lvl1pPr defTabSz="1219200">
              <a:defRPr sz="2800"/>
            </a:lvl1pPr>
          </a:lstStyle>
          <a:p>
            <a:pPr defTabSz="2438400">
              <a:defRPr sz="2800"/>
            </a:pPr>
            <a:r>
              <a:t>Lorem ipsum dolor sit amet, consectetur adipiscing elit. Sed at sem erat. Vivamus a pulvinar sapien. Orci varius natoque pen et magnis dis parturi montes, nasce ridiculus mus nonamus totalis ellimatus est. </a:t>
            </a:r>
          </a:p>
          <a:p>
            <a:pPr defTabSz="2438400">
              <a:defRPr sz="2800"/>
            </a:pPr>
            <a:endParaRPr/>
          </a:p>
          <a:p>
            <a:pPr defTabSz="2438400">
              <a:defRPr sz="2800"/>
            </a:pPr>
            <a:r>
              <a:t>Nulla eu mattis elit, efficitur scelerisque velit. Vestibulum viverra, ante ac placerat.</a:t>
            </a:r>
          </a:p>
        </p:txBody>
      </p:sp>
      <p:sp>
        <p:nvSpPr>
          <p:cNvPr id="496" name="Slide Number"/>
          <p:cNvSpPr txBox="1">
            <a:spLocks noGrp="1"/>
          </p:cNvSpPr>
          <p:nvPr>
            <p:ph type="sldNum" sz="quarter" idx="2"/>
          </p:nvPr>
        </p:nvSpPr>
        <p:spPr>
          <a:xfrm>
            <a:off x="8602948" y="6233240"/>
            <a:ext cx="134652" cy="123111"/>
          </a:xfrm>
          <a:prstGeom prst="rect">
            <a:avLst/>
          </a:prstGeom>
        </p:spPr>
        <p:txBody>
          <a:bodyPr anchor="b"/>
          <a:lstStyle/>
          <a:p>
            <a:fld id="{86CB4B4D-7CA3-9044-876B-883B54F8677D}" type="slidenum">
              <a:t>‹#›</a:t>
            </a:fld>
            <a:endParaRPr/>
          </a:p>
        </p:txBody>
      </p:sp>
    </p:spTree>
    <p:extLst>
      <p:ext uri="{BB962C8B-B14F-4D97-AF65-F5344CB8AC3E}">
        <p14:creationId xmlns:p14="http://schemas.microsoft.com/office/powerpoint/2010/main" val="2735473412"/>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Video or imagery, 3/4, inset">
    <p:spTree>
      <p:nvGrpSpPr>
        <p:cNvPr id="1" name=""/>
        <p:cNvGrpSpPr/>
        <p:nvPr/>
      </p:nvGrpSpPr>
      <p:grpSpPr>
        <a:xfrm>
          <a:off x="0" y="0"/>
          <a:ext cx="0" cy="0"/>
          <a:chOff x="0" y="0"/>
          <a:chExt cx="0" cy="0"/>
        </a:xfrm>
      </p:grpSpPr>
      <p:sp>
        <p:nvSpPr>
          <p:cNvPr id="514" name="Picture Placeholder 6"/>
          <p:cNvSpPr>
            <a:spLocks noGrp="1"/>
          </p:cNvSpPr>
          <p:nvPr>
            <p:ph type="pic" idx="21"/>
          </p:nvPr>
        </p:nvSpPr>
        <p:spPr>
          <a:xfrm>
            <a:off x="3333750" y="285750"/>
            <a:ext cx="8568532" cy="6289675"/>
          </a:xfrm>
          <a:prstGeom prst="rect">
            <a:avLst/>
          </a:prstGeom>
        </p:spPr>
        <p:txBody>
          <a:bodyPr lIns="91439" tIns="45719" rIns="91439" bIns="45719"/>
          <a:lstStyle/>
          <a:p>
            <a:endParaRPr/>
          </a:p>
        </p:txBody>
      </p:sp>
      <p:sp>
        <p:nvSpPr>
          <p:cNvPr id="515" name="Footer"/>
          <p:cNvSpPr txBox="1">
            <a:spLocks noGrp="1"/>
          </p:cNvSpPr>
          <p:nvPr>
            <p:ph type="body" sz="quarter" idx="22"/>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516" name="28/36/42pt headline, 3 lines maximum, sentence case"/>
          <p:cNvSpPr txBox="1">
            <a:spLocks noGrp="1"/>
          </p:cNvSpPr>
          <p:nvPr>
            <p:ph type="body" sz="quarter" idx="23"/>
          </p:nvPr>
        </p:nvSpPr>
        <p:spPr>
          <a:xfrm>
            <a:off x="285534" y="285902"/>
            <a:ext cx="2477781" cy="767063"/>
          </a:xfrm>
          <a:prstGeom prst="rect">
            <a:avLst/>
          </a:prstGeom>
        </p:spPr>
        <p:txBody>
          <a:bodyPr/>
          <a:lstStyle>
            <a:lvl1pPr defTabSz="1219200">
              <a:defRPr sz="1400"/>
            </a:lvl1pPr>
          </a:lstStyle>
          <a:p>
            <a:r>
              <a:t>28/36/42pt headline, 3 lines maximum, sentence case</a:t>
            </a:r>
          </a:p>
        </p:txBody>
      </p:sp>
      <p:sp>
        <p:nvSpPr>
          <p:cNvPr id="517" name="Text Placeholder 5"/>
          <p:cNvSpPr>
            <a:spLocks noGrp="1"/>
          </p:cNvSpPr>
          <p:nvPr>
            <p:ph type="body" sz="quarter" idx="24"/>
          </p:nvPr>
        </p:nvSpPr>
        <p:spPr>
          <a:xfrm>
            <a:off x="286062" y="1522133"/>
            <a:ext cx="2475707" cy="4569476"/>
          </a:xfrm>
          <a:prstGeom prst="rect">
            <a:avLst/>
          </a:prstGeom>
        </p:spPr>
        <p:txBody>
          <a:bodyPr/>
          <a:lstStyle>
            <a:lvl1pPr defTabSz="1219200">
              <a:defRPr sz="1400"/>
            </a:lvl1pPr>
          </a:lstStyle>
          <a:p>
            <a:r>
              <a:t>Lorem ipsum dolor sit amet donec quam felis ultricies nec pellentesque eu pretium quis sem. Nulla conset massa sed enim montes. </a:t>
            </a:r>
          </a:p>
        </p:txBody>
      </p:sp>
      <p:sp>
        <p:nvSpPr>
          <p:cNvPr id="518" name="Slide Number"/>
          <p:cNvSpPr txBox="1">
            <a:spLocks noGrp="1"/>
          </p:cNvSpPr>
          <p:nvPr>
            <p:ph type="sldNum" sz="quarter" idx="2"/>
          </p:nvPr>
        </p:nvSpPr>
        <p:spPr>
          <a:xfrm>
            <a:off x="8602948" y="6233240"/>
            <a:ext cx="134652" cy="123111"/>
          </a:xfrm>
          <a:prstGeom prst="rect">
            <a:avLst/>
          </a:prstGeom>
        </p:spPr>
        <p:txBody>
          <a:bodyPr anchor="b"/>
          <a:lstStyle/>
          <a:p>
            <a:fld id="{86CB4B4D-7CA3-9044-876B-883B54F8677D}" type="slidenum">
              <a:t>‹#›</a:t>
            </a:fld>
            <a:endParaRPr/>
          </a:p>
        </p:txBody>
      </p:sp>
    </p:spTree>
    <p:extLst>
      <p:ext uri="{BB962C8B-B14F-4D97-AF65-F5344CB8AC3E}">
        <p14:creationId xmlns:p14="http://schemas.microsoft.com/office/powerpoint/2010/main" val="1504416364"/>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type="tx">
  <p:cSld name="Video or imagery, bleed">
    <p:spTree>
      <p:nvGrpSpPr>
        <p:cNvPr id="1" name=""/>
        <p:cNvGrpSpPr/>
        <p:nvPr/>
      </p:nvGrpSpPr>
      <p:grpSpPr>
        <a:xfrm>
          <a:off x="0" y="0"/>
          <a:ext cx="0" cy="0"/>
          <a:chOff x="0" y="0"/>
          <a:chExt cx="0" cy="0"/>
        </a:xfrm>
      </p:grpSpPr>
      <p:sp>
        <p:nvSpPr>
          <p:cNvPr id="525" name="Picture Placeholder 3"/>
          <p:cNvSpPr>
            <a:spLocks noGrp="1"/>
          </p:cNvSpPr>
          <p:nvPr>
            <p:ph type="pic" idx="21"/>
          </p:nvPr>
        </p:nvSpPr>
        <p:spPr>
          <a:xfrm>
            <a:off x="1" y="0"/>
            <a:ext cx="12193587" cy="6858000"/>
          </a:xfrm>
          <a:prstGeom prst="rect">
            <a:avLst/>
          </a:prstGeom>
        </p:spPr>
        <p:txBody>
          <a:bodyPr lIns="91439" tIns="45719" rIns="91439" bIns="45719"/>
          <a:lstStyle/>
          <a:p>
            <a:endParaRPr/>
          </a:p>
        </p:txBody>
      </p:sp>
      <p:sp>
        <p:nvSpPr>
          <p:cNvPr id="5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49752866"/>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type="tx">
  <p:cSld name="Video or imagery, inset">
    <p:spTree>
      <p:nvGrpSpPr>
        <p:cNvPr id="1" name=""/>
        <p:cNvGrpSpPr/>
        <p:nvPr/>
      </p:nvGrpSpPr>
      <p:grpSpPr>
        <a:xfrm>
          <a:off x="0" y="0"/>
          <a:ext cx="0" cy="0"/>
          <a:chOff x="0" y="0"/>
          <a:chExt cx="0" cy="0"/>
        </a:xfrm>
      </p:grpSpPr>
      <p:sp>
        <p:nvSpPr>
          <p:cNvPr id="533" name="Picture Placeholder 3"/>
          <p:cNvSpPr>
            <a:spLocks noGrp="1"/>
          </p:cNvSpPr>
          <p:nvPr>
            <p:ph type="pic" idx="21"/>
          </p:nvPr>
        </p:nvSpPr>
        <p:spPr>
          <a:xfrm>
            <a:off x="288925" y="285750"/>
            <a:ext cx="11613357" cy="6289675"/>
          </a:xfrm>
          <a:prstGeom prst="rect">
            <a:avLst/>
          </a:prstGeom>
        </p:spPr>
        <p:txBody>
          <a:bodyPr lIns="91439" tIns="45719" rIns="91439" bIns="45719"/>
          <a:lstStyle/>
          <a:p>
            <a:endParaRPr/>
          </a:p>
        </p:txBody>
      </p:sp>
      <p:sp>
        <p:nvSpPr>
          <p:cNvPr id="534" name="Slide Number"/>
          <p:cNvSpPr txBox="1">
            <a:spLocks noGrp="1"/>
          </p:cNvSpPr>
          <p:nvPr>
            <p:ph type="sldNum" sz="quarter" idx="2"/>
          </p:nvPr>
        </p:nvSpPr>
        <p:spPr>
          <a:xfrm>
            <a:off x="8602948" y="6233240"/>
            <a:ext cx="134652" cy="123111"/>
          </a:xfrm>
          <a:prstGeom prst="rect">
            <a:avLst/>
          </a:prstGeom>
        </p:spPr>
        <p:txBody>
          <a:bodyPr anchor="b"/>
          <a:lstStyle/>
          <a:p>
            <a:fld id="{86CB4B4D-7CA3-9044-876B-883B54F8677D}" type="slidenum">
              <a:t>‹#›</a:t>
            </a:fld>
            <a:endParaRPr/>
          </a:p>
        </p:txBody>
      </p:sp>
    </p:spTree>
    <p:extLst>
      <p:ext uri="{BB962C8B-B14F-4D97-AF65-F5344CB8AC3E}">
        <p14:creationId xmlns:p14="http://schemas.microsoft.com/office/powerpoint/2010/main" val="3070051334"/>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type="tx">
  <p:cSld name="Contacts, profiles, contributors">
    <p:spTree>
      <p:nvGrpSpPr>
        <p:cNvPr id="1" name=""/>
        <p:cNvGrpSpPr/>
        <p:nvPr/>
      </p:nvGrpSpPr>
      <p:grpSpPr>
        <a:xfrm>
          <a:off x="0" y="0"/>
          <a:ext cx="0" cy="0"/>
          <a:chOff x="0" y="0"/>
          <a:chExt cx="0" cy="0"/>
        </a:xfrm>
      </p:grpSpPr>
      <p:sp>
        <p:nvSpPr>
          <p:cNvPr id="541" name="Picture Placeholder 7"/>
          <p:cNvSpPr>
            <a:spLocks noGrp="1"/>
          </p:cNvSpPr>
          <p:nvPr>
            <p:ph type="pic" sz="quarter" idx="21"/>
          </p:nvPr>
        </p:nvSpPr>
        <p:spPr>
          <a:xfrm>
            <a:off x="288036" y="1522413"/>
            <a:ext cx="1231202" cy="1238250"/>
          </a:xfrm>
          <a:prstGeom prst="rect">
            <a:avLst/>
          </a:prstGeom>
        </p:spPr>
        <p:txBody>
          <a:bodyPr lIns="91439" tIns="45719" rIns="91439" bIns="45719"/>
          <a:lstStyle/>
          <a:p>
            <a:endParaRPr/>
          </a:p>
        </p:txBody>
      </p:sp>
      <p:sp>
        <p:nvSpPr>
          <p:cNvPr id="542" name="Picture Placeholder 7"/>
          <p:cNvSpPr>
            <a:spLocks noGrp="1"/>
          </p:cNvSpPr>
          <p:nvPr>
            <p:ph type="pic" sz="quarter" idx="22"/>
          </p:nvPr>
        </p:nvSpPr>
        <p:spPr>
          <a:xfrm>
            <a:off x="288036" y="3048000"/>
            <a:ext cx="1231202" cy="1238250"/>
          </a:xfrm>
          <a:prstGeom prst="rect">
            <a:avLst/>
          </a:prstGeom>
        </p:spPr>
        <p:txBody>
          <a:bodyPr lIns="91439" tIns="45719" rIns="91439" bIns="45719"/>
          <a:lstStyle/>
          <a:p>
            <a:endParaRPr/>
          </a:p>
        </p:txBody>
      </p:sp>
      <p:sp>
        <p:nvSpPr>
          <p:cNvPr id="543" name="Picture Placeholder 7"/>
          <p:cNvSpPr>
            <a:spLocks noGrp="1"/>
          </p:cNvSpPr>
          <p:nvPr>
            <p:ph type="pic" sz="quarter" idx="23"/>
          </p:nvPr>
        </p:nvSpPr>
        <p:spPr>
          <a:xfrm>
            <a:off x="288036" y="4570413"/>
            <a:ext cx="1231202" cy="1238250"/>
          </a:xfrm>
          <a:prstGeom prst="rect">
            <a:avLst/>
          </a:prstGeom>
        </p:spPr>
        <p:txBody>
          <a:bodyPr lIns="91439" tIns="45719" rIns="91439" bIns="45719"/>
          <a:lstStyle/>
          <a:p>
            <a:endParaRPr/>
          </a:p>
        </p:txBody>
      </p:sp>
      <p:sp>
        <p:nvSpPr>
          <p:cNvPr id="544" name="Picture Placeholder 7"/>
          <p:cNvSpPr>
            <a:spLocks noGrp="1"/>
          </p:cNvSpPr>
          <p:nvPr>
            <p:ph type="pic" sz="quarter" idx="24"/>
          </p:nvPr>
        </p:nvSpPr>
        <p:spPr>
          <a:xfrm>
            <a:off x="6381750" y="1522413"/>
            <a:ext cx="1229868" cy="1238250"/>
          </a:xfrm>
          <a:prstGeom prst="rect">
            <a:avLst/>
          </a:prstGeom>
        </p:spPr>
        <p:txBody>
          <a:bodyPr lIns="91439" tIns="45719" rIns="91439" bIns="45719"/>
          <a:lstStyle/>
          <a:p>
            <a:endParaRPr/>
          </a:p>
        </p:txBody>
      </p:sp>
      <p:sp>
        <p:nvSpPr>
          <p:cNvPr id="545" name="Picture Placeholder 7"/>
          <p:cNvSpPr>
            <a:spLocks noGrp="1"/>
          </p:cNvSpPr>
          <p:nvPr>
            <p:ph type="pic" sz="quarter" idx="25"/>
          </p:nvPr>
        </p:nvSpPr>
        <p:spPr>
          <a:xfrm>
            <a:off x="6381750" y="3048000"/>
            <a:ext cx="1229868" cy="1238250"/>
          </a:xfrm>
          <a:prstGeom prst="rect">
            <a:avLst/>
          </a:prstGeom>
        </p:spPr>
        <p:txBody>
          <a:bodyPr lIns="91439" tIns="45719" rIns="91439" bIns="45719"/>
          <a:lstStyle/>
          <a:p>
            <a:endParaRPr/>
          </a:p>
        </p:txBody>
      </p:sp>
      <p:sp>
        <p:nvSpPr>
          <p:cNvPr id="546" name="Picture Placeholder 7"/>
          <p:cNvSpPr>
            <a:spLocks noGrp="1"/>
          </p:cNvSpPr>
          <p:nvPr>
            <p:ph type="pic" sz="quarter" idx="26"/>
          </p:nvPr>
        </p:nvSpPr>
        <p:spPr>
          <a:xfrm>
            <a:off x="6381750" y="4570413"/>
            <a:ext cx="1229868" cy="1238250"/>
          </a:xfrm>
          <a:prstGeom prst="rect">
            <a:avLst/>
          </a:prstGeom>
        </p:spPr>
        <p:txBody>
          <a:bodyPr lIns="91439" tIns="45719" rIns="91439" bIns="45719"/>
          <a:lstStyle/>
          <a:p>
            <a:endParaRPr/>
          </a:p>
        </p:txBody>
      </p:sp>
      <p:sp>
        <p:nvSpPr>
          <p:cNvPr id="547" name="Text Placeholder 9"/>
          <p:cNvSpPr>
            <a:spLocks noGrp="1"/>
          </p:cNvSpPr>
          <p:nvPr>
            <p:ph type="body" sz="quarter" idx="27"/>
          </p:nvPr>
        </p:nvSpPr>
        <p:spPr>
          <a:xfrm>
            <a:off x="1714500" y="3048000"/>
            <a:ext cx="2856314" cy="1238250"/>
          </a:xfrm>
          <a:prstGeom prst="rect">
            <a:avLst/>
          </a:prstGeom>
        </p:spPr>
        <p:txBody>
          <a:bodyPr/>
          <a:lstStyle>
            <a:lvl1pPr defTabSz="1219200">
              <a:defRPr sz="2800"/>
            </a:lvl1pPr>
          </a:lstStyle>
          <a:p>
            <a:pPr defTabSz="2438400">
              <a:defRPr sz="2800"/>
            </a:pPr>
            <a:r>
              <a:t>First Lastname</a:t>
            </a:r>
            <a:br/>
            <a:r>
              <a:t>Job Title</a:t>
            </a:r>
          </a:p>
          <a:p>
            <a:pPr defTabSz="2438400">
              <a:defRPr sz="2800"/>
            </a:pPr>
            <a:r>
              <a:t>—</a:t>
            </a:r>
          </a:p>
          <a:p>
            <a:pPr defTabSz="2438400">
              <a:defRPr sz="2800"/>
            </a:pPr>
            <a:r>
              <a:rPr u="sng">
                <a:solidFill>
                  <a:schemeClr val="accent1"/>
                </a:solidFill>
                <a:uFill>
                  <a:solidFill>
                    <a:schemeClr val="accent1"/>
                  </a:solidFill>
                </a:uFill>
                <a:hlinkClick r:id="rId2"/>
              </a:rPr>
              <a:t>email.address@ibm.com</a:t>
            </a:r>
          </a:p>
          <a:p>
            <a:pPr defTabSz="2438400">
              <a:defRPr sz="2800"/>
            </a:pPr>
            <a:r>
              <a:t>123.456.7890</a:t>
            </a:r>
          </a:p>
        </p:txBody>
      </p:sp>
      <p:sp>
        <p:nvSpPr>
          <p:cNvPr id="548" name="Text Placeholder 9"/>
          <p:cNvSpPr>
            <a:spLocks noGrp="1"/>
          </p:cNvSpPr>
          <p:nvPr>
            <p:ph type="body" sz="quarter" idx="28"/>
          </p:nvPr>
        </p:nvSpPr>
        <p:spPr>
          <a:xfrm>
            <a:off x="1714500" y="4570413"/>
            <a:ext cx="2855667" cy="1238250"/>
          </a:xfrm>
          <a:prstGeom prst="rect">
            <a:avLst/>
          </a:prstGeom>
        </p:spPr>
        <p:txBody>
          <a:bodyPr/>
          <a:lstStyle>
            <a:lvl1pPr defTabSz="1219200">
              <a:defRPr sz="2800"/>
            </a:lvl1pPr>
          </a:lstStyle>
          <a:p>
            <a:pPr defTabSz="2438400">
              <a:defRPr sz="2800"/>
            </a:pPr>
            <a:r>
              <a:t>First Lastname</a:t>
            </a:r>
            <a:br/>
            <a:r>
              <a:t>Job Title</a:t>
            </a:r>
          </a:p>
          <a:p>
            <a:pPr defTabSz="2438400">
              <a:defRPr sz="2800"/>
            </a:pPr>
            <a:r>
              <a:t>—</a:t>
            </a:r>
          </a:p>
          <a:p>
            <a:pPr defTabSz="2438400">
              <a:defRPr sz="2800"/>
            </a:pPr>
            <a:r>
              <a:rPr u="sng">
                <a:solidFill>
                  <a:schemeClr val="accent1"/>
                </a:solidFill>
                <a:uFill>
                  <a:solidFill>
                    <a:schemeClr val="accent1"/>
                  </a:solidFill>
                </a:uFill>
                <a:hlinkClick r:id="rId2"/>
              </a:rPr>
              <a:t>email.address@ibm.com</a:t>
            </a:r>
          </a:p>
          <a:p>
            <a:pPr defTabSz="2438400">
              <a:defRPr sz="2800"/>
            </a:pPr>
            <a:r>
              <a:t>123.456.7890</a:t>
            </a:r>
          </a:p>
        </p:txBody>
      </p:sp>
      <p:sp>
        <p:nvSpPr>
          <p:cNvPr id="549" name="Text Placeholder 9"/>
          <p:cNvSpPr>
            <a:spLocks noGrp="1"/>
          </p:cNvSpPr>
          <p:nvPr>
            <p:ph type="body" sz="quarter" idx="29"/>
          </p:nvPr>
        </p:nvSpPr>
        <p:spPr>
          <a:xfrm>
            <a:off x="7808913" y="1522413"/>
            <a:ext cx="2855747" cy="1238250"/>
          </a:xfrm>
          <a:prstGeom prst="rect">
            <a:avLst/>
          </a:prstGeom>
        </p:spPr>
        <p:txBody>
          <a:bodyPr/>
          <a:lstStyle>
            <a:lvl1pPr defTabSz="1219200">
              <a:defRPr sz="2800"/>
            </a:lvl1pPr>
          </a:lstStyle>
          <a:p>
            <a:pPr defTabSz="2438400">
              <a:defRPr sz="2800"/>
            </a:pPr>
            <a:r>
              <a:t>First Lastname</a:t>
            </a:r>
            <a:br/>
            <a:r>
              <a:t>Job Title</a:t>
            </a:r>
          </a:p>
          <a:p>
            <a:pPr defTabSz="2438400">
              <a:defRPr sz="2800"/>
            </a:pPr>
            <a:r>
              <a:t>—</a:t>
            </a:r>
          </a:p>
          <a:p>
            <a:pPr defTabSz="2438400">
              <a:defRPr sz="2800"/>
            </a:pPr>
            <a:r>
              <a:rPr u="sng">
                <a:solidFill>
                  <a:schemeClr val="accent1"/>
                </a:solidFill>
                <a:uFill>
                  <a:solidFill>
                    <a:schemeClr val="accent1"/>
                  </a:solidFill>
                </a:uFill>
                <a:hlinkClick r:id="rId2"/>
              </a:rPr>
              <a:t>email.address@ibm.com</a:t>
            </a:r>
          </a:p>
          <a:p>
            <a:pPr defTabSz="2438400">
              <a:defRPr sz="2800"/>
            </a:pPr>
            <a:r>
              <a:t>123.456.7890</a:t>
            </a:r>
          </a:p>
        </p:txBody>
      </p:sp>
      <p:sp>
        <p:nvSpPr>
          <p:cNvPr id="550" name="Text Placeholder 9"/>
          <p:cNvSpPr>
            <a:spLocks noGrp="1"/>
          </p:cNvSpPr>
          <p:nvPr>
            <p:ph type="body" sz="quarter" idx="30"/>
          </p:nvPr>
        </p:nvSpPr>
        <p:spPr>
          <a:xfrm>
            <a:off x="7808913" y="3048000"/>
            <a:ext cx="2855145" cy="1238250"/>
          </a:xfrm>
          <a:prstGeom prst="rect">
            <a:avLst/>
          </a:prstGeom>
        </p:spPr>
        <p:txBody>
          <a:bodyPr/>
          <a:lstStyle>
            <a:lvl1pPr defTabSz="1219200">
              <a:defRPr sz="2800"/>
            </a:lvl1pPr>
          </a:lstStyle>
          <a:p>
            <a:pPr defTabSz="2438400">
              <a:defRPr sz="2800"/>
            </a:pPr>
            <a:r>
              <a:t>First Lastname</a:t>
            </a:r>
            <a:br/>
            <a:r>
              <a:t>Job Title</a:t>
            </a:r>
          </a:p>
          <a:p>
            <a:pPr defTabSz="2438400">
              <a:defRPr sz="2800"/>
            </a:pPr>
            <a:r>
              <a:t>—</a:t>
            </a:r>
          </a:p>
          <a:p>
            <a:pPr defTabSz="2438400">
              <a:defRPr sz="2800"/>
            </a:pPr>
            <a:r>
              <a:rPr u="sng">
                <a:solidFill>
                  <a:schemeClr val="accent1"/>
                </a:solidFill>
                <a:uFill>
                  <a:solidFill>
                    <a:schemeClr val="accent1"/>
                  </a:solidFill>
                </a:uFill>
                <a:hlinkClick r:id="rId2"/>
              </a:rPr>
              <a:t>email.address@ibm.com</a:t>
            </a:r>
          </a:p>
          <a:p>
            <a:pPr defTabSz="2438400">
              <a:defRPr sz="2800"/>
            </a:pPr>
            <a:r>
              <a:t>123.456.7890</a:t>
            </a:r>
          </a:p>
        </p:txBody>
      </p:sp>
      <p:sp>
        <p:nvSpPr>
          <p:cNvPr id="551" name="Text Placeholder 9"/>
          <p:cNvSpPr>
            <a:spLocks noGrp="1"/>
          </p:cNvSpPr>
          <p:nvPr>
            <p:ph type="body" sz="quarter" idx="31"/>
          </p:nvPr>
        </p:nvSpPr>
        <p:spPr>
          <a:xfrm>
            <a:off x="7808913" y="4570413"/>
            <a:ext cx="2856333" cy="1238250"/>
          </a:xfrm>
          <a:prstGeom prst="rect">
            <a:avLst/>
          </a:prstGeom>
        </p:spPr>
        <p:txBody>
          <a:bodyPr/>
          <a:lstStyle>
            <a:lvl1pPr defTabSz="1219200">
              <a:defRPr sz="2800"/>
            </a:lvl1pPr>
          </a:lstStyle>
          <a:p>
            <a:pPr defTabSz="2438400">
              <a:defRPr sz="2800"/>
            </a:pPr>
            <a:r>
              <a:t>First Lastname</a:t>
            </a:r>
            <a:br/>
            <a:r>
              <a:t>Job Title</a:t>
            </a:r>
          </a:p>
          <a:p>
            <a:pPr defTabSz="2438400">
              <a:defRPr sz="2800"/>
            </a:pPr>
            <a:r>
              <a:t>—</a:t>
            </a:r>
          </a:p>
          <a:p>
            <a:pPr defTabSz="2438400">
              <a:defRPr sz="2800"/>
            </a:pPr>
            <a:r>
              <a:rPr u="sng">
                <a:solidFill>
                  <a:schemeClr val="accent1"/>
                </a:solidFill>
                <a:uFill>
                  <a:solidFill>
                    <a:schemeClr val="accent1"/>
                  </a:solidFill>
                </a:uFill>
                <a:hlinkClick r:id="rId2"/>
              </a:rPr>
              <a:t>email.address@ibm.com</a:t>
            </a:r>
          </a:p>
          <a:p>
            <a:pPr defTabSz="2438400">
              <a:defRPr sz="2800"/>
            </a:pPr>
            <a:r>
              <a:t>123.456.7890</a:t>
            </a:r>
          </a:p>
        </p:txBody>
      </p:sp>
      <p:sp>
        <p:nvSpPr>
          <p:cNvPr id="5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53" name="Footer"/>
          <p:cNvSpPr txBox="1">
            <a:spLocks noGrp="1"/>
          </p:cNvSpPr>
          <p:nvPr>
            <p:ph type="body" sz="quarter" idx="32"/>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554" name="Text Placeholder 9"/>
          <p:cNvSpPr>
            <a:spLocks noGrp="1"/>
          </p:cNvSpPr>
          <p:nvPr>
            <p:ph type="body" sz="quarter" idx="33"/>
          </p:nvPr>
        </p:nvSpPr>
        <p:spPr>
          <a:xfrm>
            <a:off x="1714500" y="1522413"/>
            <a:ext cx="2856314" cy="1238250"/>
          </a:xfrm>
          <a:prstGeom prst="rect">
            <a:avLst/>
          </a:prstGeom>
        </p:spPr>
        <p:txBody>
          <a:bodyPr/>
          <a:lstStyle>
            <a:lvl1pPr defTabSz="1219200">
              <a:defRPr sz="2800"/>
            </a:lvl1pPr>
          </a:lstStyle>
          <a:p>
            <a:pPr defTabSz="2438400">
              <a:defRPr sz="2800"/>
            </a:pPr>
            <a:r>
              <a:t>First Lastname</a:t>
            </a:r>
            <a:br/>
            <a:r>
              <a:t>Job Title</a:t>
            </a:r>
          </a:p>
          <a:p>
            <a:pPr defTabSz="2438400">
              <a:defRPr sz="2800"/>
            </a:pPr>
            <a:r>
              <a:t>—</a:t>
            </a:r>
          </a:p>
          <a:p>
            <a:pPr defTabSz="2438400">
              <a:defRPr sz="2800"/>
            </a:pPr>
            <a:r>
              <a:rPr u="sng">
                <a:solidFill>
                  <a:schemeClr val="accent1"/>
                </a:solidFill>
                <a:uFill>
                  <a:solidFill>
                    <a:schemeClr val="accent1"/>
                  </a:solidFill>
                </a:uFill>
                <a:hlinkClick r:id="rId2"/>
              </a:rPr>
              <a:t>email.address@ibm.com</a:t>
            </a:r>
          </a:p>
          <a:p>
            <a:pPr defTabSz="2438400">
              <a:defRPr sz="2800"/>
            </a:pPr>
            <a:r>
              <a:t>123.456.7890</a:t>
            </a:r>
          </a:p>
        </p:txBody>
      </p:sp>
      <p:sp>
        <p:nvSpPr>
          <p:cNvPr id="555" name="28/36/42pt headline, 2 lines maximum, sentence case"/>
          <p:cNvSpPr txBox="1">
            <a:spLocks noGrp="1"/>
          </p:cNvSpPr>
          <p:nvPr>
            <p:ph type="body" sz="quarter" idx="34"/>
          </p:nvPr>
        </p:nvSpPr>
        <p:spPr>
          <a:xfrm>
            <a:off x="285534" y="285902"/>
            <a:ext cx="2477781" cy="767063"/>
          </a:xfrm>
          <a:prstGeom prst="rect">
            <a:avLst/>
          </a:prstGeom>
        </p:spPr>
        <p:txBody>
          <a:bodyPr/>
          <a:lstStyle>
            <a:lvl1pPr defTabSz="1219200">
              <a:defRPr sz="1400"/>
            </a:lvl1pPr>
          </a:lstStyle>
          <a:p>
            <a:r>
              <a:t>28/36/42pt headline, 2 lines maximum, sentence case </a:t>
            </a:r>
          </a:p>
        </p:txBody>
      </p:sp>
    </p:spTree>
    <p:extLst>
      <p:ext uri="{BB962C8B-B14F-4D97-AF65-F5344CB8AC3E}">
        <p14:creationId xmlns:p14="http://schemas.microsoft.com/office/powerpoint/2010/main" val="3125923496"/>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Table">
    <p:spTree>
      <p:nvGrpSpPr>
        <p:cNvPr id="1" name=""/>
        <p:cNvGrpSpPr/>
        <p:nvPr/>
      </p:nvGrpSpPr>
      <p:grpSpPr>
        <a:xfrm>
          <a:off x="0" y="0"/>
          <a:ext cx="0" cy="0"/>
          <a:chOff x="0" y="0"/>
          <a:chExt cx="0" cy="0"/>
        </a:xfrm>
      </p:grpSpPr>
      <p:sp>
        <p:nvSpPr>
          <p:cNvPr id="5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63" name="Footer"/>
          <p:cNvSpPr txBox="1">
            <a:spLocks noGrp="1"/>
          </p:cNvSpPr>
          <p:nvPr>
            <p:ph type="body" sz="quarter" idx="21"/>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564" name="28/36/42pt headline, 5 lines maximum, sentence case"/>
          <p:cNvSpPr txBox="1">
            <a:spLocks noGrp="1"/>
          </p:cNvSpPr>
          <p:nvPr>
            <p:ph type="body" sz="quarter" idx="22"/>
          </p:nvPr>
        </p:nvSpPr>
        <p:spPr>
          <a:xfrm>
            <a:off x="285534" y="285902"/>
            <a:ext cx="2477781" cy="2003807"/>
          </a:xfrm>
          <a:prstGeom prst="rect">
            <a:avLst/>
          </a:prstGeom>
        </p:spPr>
        <p:txBody>
          <a:bodyPr/>
          <a:lstStyle>
            <a:lvl1pPr defTabSz="1219200">
              <a:defRPr sz="1400"/>
            </a:lvl1pPr>
          </a:lstStyle>
          <a:p>
            <a:r>
              <a:t>28/36/42pt headline, 5 lines maximum, sentence case </a:t>
            </a:r>
          </a:p>
        </p:txBody>
      </p:sp>
    </p:spTree>
    <p:extLst>
      <p:ext uri="{BB962C8B-B14F-4D97-AF65-F5344CB8AC3E}">
        <p14:creationId xmlns:p14="http://schemas.microsoft.com/office/powerpoint/2010/main" val="3315519285"/>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type="tx">
  <p:cSld name="Chart">
    <p:spTree>
      <p:nvGrpSpPr>
        <p:cNvPr id="1" name=""/>
        <p:cNvGrpSpPr/>
        <p:nvPr/>
      </p:nvGrpSpPr>
      <p:grpSpPr>
        <a:xfrm>
          <a:off x="0" y="0"/>
          <a:ext cx="0" cy="0"/>
          <a:chOff x="0" y="0"/>
          <a:chExt cx="0" cy="0"/>
        </a:xfrm>
      </p:grpSpPr>
      <p:sp>
        <p:nvSpPr>
          <p:cNvPr id="571" name="28/36/42pt headline, 5 lines maximum, sentence case"/>
          <p:cNvSpPr txBox="1">
            <a:spLocks noGrp="1"/>
          </p:cNvSpPr>
          <p:nvPr>
            <p:ph type="body" sz="quarter" idx="21"/>
          </p:nvPr>
        </p:nvSpPr>
        <p:spPr>
          <a:xfrm>
            <a:off x="285534" y="285902"/>
            <a:ext cx="2477781" cy="762353"/>
          </a:xfrm>
          <a:prstGeom prst="rect">
            <a:avLst/>
          </a:prstGeom>
        </p:spPr>
        <p:txBody>
          <a:bodyPr/>
          <a:lstStyle>
            <a:lvl1pPr defTabSz="1219200">
              <a:defRPr sz="1400"/>
            </a:lvl1pPr>
          </a:lstStyle>
          <a:p>
            <a:r>
              <a:t>28/36/42pt headline, 5 lines maximum, sentence case </a:t>
            </a:r>
          </a:p>
        </p:txBody>
      </p:sp>
      <p:sp>
        <p:nvSpPr>
          <p:cNvPr id="57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73" name="Text Placeholder 12"/>
          <p:cNvSpPr>
            <a:spLocks noGrp="1"/>
          </p:cNvSpPr>
          <p:nvPr>
            <p:ph type="body" sz="quarter" idx="22" hasCustomPrompt="1"/>
          </p:nvPr>
        </p:nvSpPr>
        <p:spPr>
          <a:xfrm>
            <a:off x="283875" y="1522413"/>
            <a:ext cx="2478375" cy="4566622"/>
          </a:xfrm>
          <a:prstGeom prst="rect">
            <a:avLst/>
          </a:prstGeom>
        </p:spPr>
        <p:txBody>
          <a:bodyPr/>
          <a:lstStyle>
            <a:lvl1pPr defTabSz="1219200">
              <a:defRPr sz="1400"/>
            </a:lvl1pPr>
          </a:lstStyle>
          <a:p>
            <a:r>
              <a:t>Lorem ipsum dolor sit amet donec quam felis ultricies nec pellentesque eu pretium quis sem. Nulla conset massa quis enim.</a:t>
            </a:r>
          </a:p>
        </p:txBody>
      </p:sp>
      <p:sp>
        <p:nvSpPr>
          <p:cNvPr id="574" name="Footer"/>
          <p:cNvSpPr txBox="1">
            <a:spLocks noGrp="1"/>
          </p:cNvSpPr>
          <p:nvPr>
            <p:ph type="body" sz="quarter" idx="23"/>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575" name="Source"/>
          <p:cNvSpPr txBox="1">
            <a:spLocks noGrp="1"/>
          </p:cNvSpPr>
          <p:nvPr>
            <p:ph type="body" sz="quarter" idx="24"/>
          </p:nvPr>
        </p:nvSpPr>
        <p:spPr>
          <a:xfrm>
            <a:off x="3325813" y="6148982"/>
            <a:ext cx="2766656" cy="448637"/>
          </a:xfrm>
          <a:prstGeom prst="rect">
            <a:avLst/>
          </a:prstGeom>
        </p:spPr>
        <p:txBody>
          <a:bodyPr anchor="b"/>
          <a:lstStyle>
            <a:lvl1pPr defTabSz="1219200">
              <a:lnSpc>
                <a:spcPct val="110000"/>
              </a:lnSpc>
              <a:defRPr sz="800">
                <a:latin typeface="+mn-lt"/>
                <a:ea typeface="+mn-ea"/>
                <a:cs typeface="+mn-cs"/>
                <a:sym typeface="IBM Plex Sans"/>
              </a:defRPr>
            </a:lvl1pPr>
          </a:lstStyle>
          <a:p>
            <a:r>
              <a:t>Source</a:t>
            </a:r>
          </a:p>
        </p:txBody>
      </p:sp>
    </p:spTree>
    <p:extLst>
      <p:ext uri="{BB962C8B-B14F-4D97-AF65-F5344CB8AC3E}">
        <p14:creationId xmlns:p14="http://schemas.microsoft.com/office/powerpoint/2010/main" val="1203358284"/>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name="Blank slide">
    <p:spTree>
      <p:nvGrpSpPr>
        <p:cNvPr id="1" name=""/>
        <p:cNvGrpSpPr/>
        <p:nvPr/>
      </p:nvGrpSpPr>
      <p:grpSpPr>
        <a:xfrm>
          <a:off x="0" y="0"/>
          <a:ext cx="0" cy="0"/>
          <a:chOff x="0" y="0"/>
          <a:chExt cx="0" cy="0"/>
        </a:xfrm>
      </p:grpSpPr>
      <p:sp>
        <p:nvSpPr>
          <p:cNvPr id="58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83" name="Footer"/>
          <p:cNvSpPr txBox="1">
            <a:spLocks noGrp="1"/>
          </p:cNvSpPr>
          <p:nvPr>
            <p:ph type="body" sz="quarter" idx="21"/>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584" name="28/36/42pt headline, 5 lines maximum, sentence case"/>
          <p:cNvSpPr txBox="1">
            <a:spLocks noGrp="1"/>
          </p:cNvSpPr>
          <p:nvPr>
            <p:ph type="body" sz="quarter" idx="22"/>
          </p:nvPr>
        </p:nvSpPr>
        <p:spPr>
          <a:xfrm>
            <a:off x="285534" y="285902"/>
            <a:ext cx="2477781" cy="1238571"/>
          </a:xfrm>
          <a:prstGeom prst="rect">
            <a:avLst/>
          </a:prstGeom>
        </p:spPr>
        <p:txBody>
          <a:bodyPr/>
          <a:lstStyle>
            <a:lvl1pPr defTabSz="1219200">
              <a:defRPr sz="1400"/>
            </a:lvl1pPr>
          </a:lstStyle>
          <a:p>
            <a:r>
              <a:t>28/36/42pt headline, 5 lines maximum, sentence case </a:t>
            </a:r>
          </a:p>
        </p:txBody>
      </p:sp>
    </p:spTree>
    <p:extLst>
      <p:ext uri="{BB962C8B-B14F-4D97-AF65-F5344CB8AC3E}">
        <p14:creationId xmlns:p14="http://schemas.microsoft.com/office/powerpoint/2010/main" val="4127051694"/>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type="tx">
  <p:cSld name="Blank slide, no footer">
    <p:spTree>
      <p:nvGrpSpPr>
        <p:cNvPr id="1" name=""/>
        <p:cNvGrpSpPr/>
        <p:nvPr/>
      </p:nvGrpSpPr>
      <p:grpSpPr>
        <a:xfrm>
          <a:off x="0" y="0"/>
          <a:ext cx="0" cy="0"/>
          <a:chOff x="0" y="0"/>
          <a:chExt cx="0" cy="0"/>
        </a:xfrm>
      </p:grpSpPr>
      <p:sp>
        <p:nvSpPr>
          <p:cNvPr id="59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92" name="28/36/42pt headline, 5 lines maximum, sentence case"/>
          <p:cNvSpPr txBox="1">
            <a:spLocks noGrp="1"/>
          </p:cNvSpPr>
          <p:nvPr>
            <p:ph type="body" sz="quarter" idx="21"/>
          </p:nvPr>
        </p:nvSpPr>
        <p:spPr>
          <a:xfrm>
            <a:off x="285534" y="285902"/>
            <a:ext cx="2477781" cy="1238571"/>
          </a:xfrm>
          <a:prstGeom prst="rect">
            <a:avLst/>
          </a:prstGeom>
        </p:spPr>
        <p:txBody>
          <a:bodyPr/>
          <a:lstStyle>
            <a:lvl1pPr defTabSz="1219200">
              <a:defRPr sz="1400"/>
            </a:lvl1pPr>
          </a:lstStyle>
          <a:p>
            <a:r>
              <a:t>28/36/42pt headline, 5 lines maximum, sentence case </a:t>
            </a:r>
          </a:p>
        </p:txBody>
      </p:sp>
    </p:spTree>
    <p:extLst>
      <p:ext uri="{BB962C8B-B14F-4D97-AF65-F5344CB8AC3E}">
        <p14:creationId xmlns:p14="http://schemas.microsoft.com/office/powerpoint/2010/main" val="1104901007"/>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Legal disclaimer, one column">
    <p:spTree>
      <p:nvGrpSpPr>
        <p:cNvPr id="1" name=""/>
        <p:cNvGrpSpPr/>
        <p:nvPr/>
      </p:nvGrpSpPr>
      <p:grpSpPr>
        <a:xfrm>
          <a:off x="0" y="0"/>
          <a:ext cx="0" cy="0"/>
          <a:chOff x="0" y="0"/>
          <a:chExt cx="0" cy="0"/>
        </a:xfrm>
      </p:grpSpPr>
      <p:sp>
        <p:nvSpPr>
          <p:cNvPr id="5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600" name="Footer"/>
          <p:cNvSpPr txBox="1">
            <a:spLocks noGrp="1"/>
          </p:cNvSpPr>
          <p:nvPr>
            <p:ph type="body" sz="quarter" idx="21"/>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601" name="Text Placeholder 6"/>
          <p:cNvSpPr>
            <a:spLocks noGrp="1"/>
          </p:cNvSpPr>
          <p:nvPr>
            <p:ph type="body" sz="quarter" idx="22"/>
          </p:nvPr>
        </p:nvSpPr>
        <p:spPr>
          <a:xfrm>
            <a:off x="9429750" y="286544"/>
            <a:ext cx="2468735" cy="5804444"/>
          </a:xfrm>
          <a:prstGeom prst="rect">
            <a:avLst/>
          </a:prstGeom>
        </p:spPr>
        <p:txBody>
          <a:bodyPr/>
          <a:lstStyle>
            <a:lvl1pPr defTabSz="1219200">
              <a:lnSpc>
                <a:spcPct val="110000"/>
              </a:lnSpc>
              <a:defRPr sz="1600">
                <a:latin typeface="+mn-lt"/>
                <a:ea typeface="+mn-ea"/>
                <a:cs typeface="+mn-cs"/>
                <a:sym typeface="IBM Plex Sans"/>
              </a:defRPr>
            </a:lvl1pPr>
          </a:lstStyle>
          <a:p>
            <a:pPr defTabSz="2438400">
              <a:lnSpc>
                <a:spcPct val="110000"/>
              </a:lnSpc>
              <a:defRPr sz="1600">
                <a:latin typeface="+mn-lt"/>
                <a:ea typeface="+mn-ea"/>
                <a:cs typeface="+mn-cs"/>
                <a:sym typeface="IBM Plex Sans"/>
              </a:defRPr>
            </a:pPr>
            <a:r>
              <a:t>Copy and paste appropriate legal disclaimer text from one of the three options in the PDF guidance deck, found on pages 22-24. Always use the proper legal disclaimer for your presentation audience.</a:t>
            </a:r>
          </a:p>
          <a:p>
            <a:pPr defTabSz="2438400">
              <a:lnSpc>
                <a:spcPct val="110000"/>
              </a:lnSpc>
              <a:defRPr sz="1600">
                <a:latin typeface="+mn-lt"/>
                <a:ea typeface="+mn-ea"/>
                <a:cs typeface="+mn-cs"/>
                <a:sym typeface="IBM Plex Sans"/>
              </a:defRPr>
            </a:pPr>
            <a:endParaRPr/>
          </a:p>
          <a:p>
            <a:pPr defTabSz="2438400">
              <a:lnSpc>
                <a:spcPct val="110000"/>
              </a:lnSpc>
              <a:defRPr sz="1600">
                <a:latin typeface="+mn-lt"/>
                <a:ea typeface="+mn-ea"/>
                <a:cs typeface="+mn-cs"/>
                <a:sym typeface="IBM Plex Sans"/>
              </a:defRPr>
            </a:pPr>
            <a:r>
              <a:t>© 20XX International Business Machines Corporation</a:t>
            </a:r>
          </a:p>
          <a:p>
            <a:pPr defTabSz="2438400">
              <a:lnSpc>
                <a:spcPct val="110000"/>
              </a:lnSpc>
              <a:defRPr sz="1600">
                <a:latin typeface="+mn-lt"/>
                <a:ea typeface="+mn-ea"/>
                <a:cs typeface="+mn-cs"/>
                <a:sym typeface="IBM Plex Sans"/>
              </a:defRPr>
            </a:pPr>
            <a:endParaRPr/>
          </a:p>
          <a:p>
            <a:pPr defTabSz="2438400">
              <a:lnSpc>
                <a:spcPct val="110000"/>
              </a:lnSpc>
              <a:defRPr sz="1600">
                <a:latin typeface="+mn-lt"/>
                <a:ea typeface="+mn-ea"/>
                <a:cs typeface="+mn-cs"/>
                <a:sym typeface="IBM Plex Sans"/>
              </a:defRPr>
            </a:pPr>
            <a:r>
              <a:t>IBM and the IBM logo are trademarks of IBM Corporation, registered in many jurisdictions worldwide. Other product and service names might be trademarks of IBM or other companies. A current list of IBM trademarks is available on </a:t>
            </a:r>
            <a:r>
              <a:rPr u="sng">
                <a:solidFill>
                  <a:schemeClr val="accent1"/>
                </a:solidFill>
                <a:uFill>
                  <a:solidFill>
                    <a:srgbClr val="0000FF"/>
                  </a:solidFill>
                </a:uFill>
                <a:hlinkClick r:id="rId2"/>
              </a:rPr>
              <a:t>ibm.com/trademark</a:t>
            </a:r>
            <a:r>
              <a:t>.</a:t>
            </a:r>
          </a:p>
          <a:p>
            <a:pPr defTabSz="2438400">
              <a:lnSpc>
                <a:spcPct val="110000"/>
              </a:lnSpc>
              <a:defRPr sz="1600">
                <a:latin typeface="+mn-lt"/>
                <a:ea typeface="+mn-ea"/>
                <a:cs typeface="+mn-cs"/>
                <a:sym typeface="IBM Plex Sans"/>
              </a:defRPr>
            </a:pPr>
            <a:endParaRPr/>
          </a:p>
          <a:p>
            <a:pPr defTabSz="2438400">
              <a:lnSpc>
                <a:spcPct val="110000"/>
              </a:lnSpc>
              <a:defRPr sz="1600">
                <a:latin typeface="+mn-lt"/>
                <a:ea typeface="+mn-ea"/>
                <a:cs typeface="+mn-cs"/>
                <a:sym typeface="IBM Plex Sans"/>
              </a:defRPr>
            </a:pPr>
            <a:r>
              <a:t>Internal only. Do not distribute outside of IBM.</a:t>
            </a:r>
          </a:p>
          <a:p>
            <a:pPr defTabSz="2438400">
              <a:lnSpc>
                <a:spcPct val="110000"/>
              </a:lnSpc>
              <a:defRPr sz="1600">
                <a:latin typeface="+mn-lt"/>
                <a:ea typeface="+mn-ea"/>
                <a:cs typeface="+mn-cs"/>
                <a:sym typeface="IBM Plex Sans"/>
              </a:defRPr>
            </a:pPr>
            <a:r>
              <a:t> </a:t>
            </a:r>
          </a:p>
          <a:p>
            <a:pPr defTabSz="2438400">
              <a:lnSpc>
                <a:spcPct val="110000"/>
              </a:lnSpc>
              <a:defRPr sz="1600">
                <a:latin typeface="+mn-lt"/>
                <a:ea typeface="+mn-ea"/>
                <a:cs typeface="+mn-cs"/>
                <a:sym typeface="IBM Plex Sans"/>
              </a:defRPr>
            </a:pPr>
            <a:r>
              <a:t>This document is current as of the initial date of publication and may be changed by IBM at any time.</a:t>
            </a:r>
          </a:p>
        </p:txBody>
      </p:sp>
      <p:sp>
        <p:nvSpPr>
          <p:cNvPr id="602" name="Thank you"/>
          <p:cNvSpPr txBox="1">
            <a:spLocks noGrp="1"/>
          </p:cNvSpPr>
          <p:nvPr>
            <p:ph type="body" sz="quarter" idx="23"/>
          </p:nvPr>
        </p:nvSpPr>
        <p:spPr>
          <a:xfrm>
            <a:off x="288709" y="160806"/>
            <a:ext cx="2476501" cy="1385054"/>
          </a:xfrm>
          <a:prstGeom prst="rect">
            <a:avLst/>
          </a:prstGeom>
        </p:spPr>
        <p:txBody>
          <a:bodyPr/>
          <a:lstStyle>
            <a:lvl1pPr defTabSz="1219200">
              <a:lnSpc>
                <a:spcPct val="90000"/>
              </a:lnSpc>
              <a:defRPr sz="3400"/>
            </a:lvl1pPr>
          </a:lstStyle>
          <a:p>
            <a:r>
              <a:t>Thank you</a:t>
            </a:r>
          </a:p>
        </p:txBody>
      </p:sp>
    </p:spTree>
    <p:extLst>
      <p:ext uri="{BB962C8B-B14F-4D97-AF65-F5344CB8AC3E}">
        <p14:creationId xmlns:p14="http://schemas.microsoft.com/office/powerpoint/2010/main" val="1176817689"/>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type="tx">
  <p:cSld name="Legal disclaimer, two columns">
    <p:spTree>
      <p:nvGrpSpPr>
        <p:cNvPr id="1" name=""/>
        <p:cNvGrpSpPr/>
        <p:nvPr/>
      </p:nvGrpSpPr>
      <p:grpSpPr>
        <a:xfrm>
          <a:off x="0" y="0"/>
          <a:ext cx="0" cy="0"/>
          <a:chOff x="0" y="0"/>
          <a:chExt cx="0" cy="0"/>
        </a:xfrm>
      </p:grpSpPr>
      <p:sp>
        <p:nvSpPr>
          <p:cNvPr id="609" name="Text Placeholder 6"/>
          <p:cNvSpPr>
            <a:spLocks noGrp="1"/>
          </p:cNvSpPr>
          <p:nvPr>
            <p:ph type="body" sz="quarter" idx="21" hasCustomPrompt="1"/>
          </p:nvPr>
        </p:nvSpPr>
        <p:spPr>
          <a:xfrm>
            <a:off x="9429750" y="286544"/>
            <a:ext cx="2468735" cy="5804444"/>
          </a:xfrm>
          <a:prstGeom prst="rect">
            <a:avLst/>
          </a:prstGeom>
        </p:spPr>
        <p:txBody>
          <a:bodyPr/>
          <a:lstStyle>
            <a:lvl1pPr defTabSz="1219200">
              <a:lnSpc>
                <a:spcPct val="110000"/>
              </a:lnSpc>
              <a:defRPr sz="1600">
                <a:latin typeface="+mn-lt"/>
                <a:ea typeface="+mn-ea"/>
                <a:cs typeface="+mn-cs"/>
                <a:sym typeface="IBM Plex Sans"/>
              </a:defRPr>
            </a:lvl1pPr>
          </a:lstStyle>
          <a:p>
            <a:pPr defTabSz="2438400">
              <a:lnSpc>
                <a:spcPct val="110000"/>
              </a:lnSpc>
              <a:defRPr sz="1600">
                <a:latin typeface="+mn-lt"/>
                <a:ea typeface="+mn-ea"/>
                <a:cs typeface="+mn-cs"/>
                <a:sym typeface="IBM Plex Sans"/>
              </a:defRPr>
            </a:pPr>
            <a:r>
              <a:t>Copy and paste appropriate legal disclaimer text from one of the three options in the PDF guidance deck, found on pages 22-24. Always use the proper legal disclaimer for your presentation audience.</a:t>
            </a:r>
          </a:p>
          <a:p>
            <a:pPr defTabSz="2438400">
              <a:lnSpc>
                <a:spcPct val="110000"/>
              </a:lnSpc>
              <a:defRPr sz="1600">
                <a:latin typeface="+mn-lt"/>
                <a:ea typeface="+mn-ea"/>
                <a:cs typeface="+mn-cs"/>
                <a:sym typeface="IBM Plex Sans"/>
              </a:defRPr>
            </a:pPr>
            <a:endParaRPr/>
          </a:p>
          <a:p>
            <a:pPr defTabSz="2438400">
              <a:lnSpc>
                <a:spcPct val="110000"/>
              </a:lnSpc>
              <a:defRPr sz="1600">
                <a:latin typeface="+mn-lt"/>
                <a:ea typeface="+mn-ea"/>
                <a:cs typeface="+mn-cs"/>
                <a:sym typeface="IBM Plex Sans"/>
              </a:defRPr>
            </a:pPr>
            <a:endParaRPr/>
          </a:p>
          <a:p>
            <a:pPr defTabSz="2438400">
              <a:lnSpc>
                <a:spcPct val="110000"/>
              </a:lnSpc>
              <a:defRPr sz="1600">
                <a:latin typeface="+mn-lt"/>
                <a:ea typeface="+mn-ea"/>
                <a:cs typeface="+mn-cs"/>
                <a:sym typeface="IBM Plex Sans"/>
              </a:defRPr>
            </a:pPr>
            <a:endParaRPr/>
          </a:p>
          <a:p>
            <a:pPr defTabSz="2438400">
              <a:lnSpc>
                <a:spcPct val="110000"/>
              </a:lnSpc>
              <a:defRPr sz="1600">
                <a:latin typeface="+mn-lt"/>
                <a:ea typeface="+mn-ea"/>
                <a:cs typeface="+mn-cs"/>
                <a:sym typeface="IBM Plex Sans"/>
              </a:defRPr>
            </a:pPr>
            <a:endParaRPr/>
          </a:p>
          <a:p>
            <a:pPr defTabSz="2438400">
              <a:lnSpc>
                <a:spcPct val="110000"/>
              </a:lnSpc>
              <a:defRPr sz="1600">
                <a:latin typeface="+mn-lt"/>
                <a:ea typeface="+mn-ea"/>
                <a:cs typeface="+mn-cs"/>
                <a:sym typeface="IBM Plex Sans"/>
              </a:defRPr>
            </a:pPr>
            <a:endParaRPr/>
          </a:p>
          <a:p>
            <a:pPr defTabSz="2438400">
              <a:lnSpc>
                <a:spcPct val="110000"/>
              </a:lnSpc>
              <a:defRPr sz="1600">
                <a:latin typeface="+mn-lt"/>
                <a:ea typeface="+mn-ea"/>
                <a:cs typeface="+mn-cs"/>
                <a:sym typeface="IBM Plex Sans"/>
              </a:defRPr>
            </a:pPr>
            <a:endParaRPr/>
          </a:p>
          <a:p>
            <a:pPr defTabSz="2438400">
              <a:lnSpc>
                <a:spcPct val="110000"/>
              </a:lnSpc>
              <a:defRPr sz="1600">
                <a:latin typeface="+mn-lt"/>
                <a:ea typeface="+mn-ea"/>
                <a:cs typeface="+mn-cs"/>
                <a:sym typeface="IBM Plex Sans"/>
              </a:defRPr>
            </a:pPr>
            <a:endParaRPr/>
          </a:p>
          <a:p>
            <a:pPr defTabSz="2438400">
              <a:lnSpc>
                <a:spcPct val="110000"/>
              </a:lnSpc>
              <a:defRPr sz="1600">
                <a:latin typeface="+mn-lt"/>
                <a:ea typeface="+mn-ea"/>
                <a:cs typeface="+mn-cs"/>
                <a:sym typeface="IBM Plex Sans"/>
              </a:defRPr>
            </a:pPr>
            <a:endParaRPr/>
          </a:p>
        </p:txBody>
      </p:sp>
      <p:sp>
        <p:nvSpPr>
          <p:cNvPr id="6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611" name="Footer"/>
          <p:cNvSpPr txBox="1">
            <a:spLocks noGrp="1"/>
          </p:cNvSpPr>
          <p:nvPr>
            <p:ph type="body" sz="quarter" idx="22"/>
          </p:nvPr>
        </p:nvSpPr>
        <p:spPr>
          <a:xfrm>
            <a:off x="285750" y="6384894"/>
            <a:ext cx="2762250" cy="212726"/>
          </a:xfrm>
          <a:prstGeom prst="rect">
            <a:avLst/>
          </a:prstGeom>
        </p:spPr>
        <p:txBody>
          <a:bodyPr anchor="b"/>
          <a:lstStyle>
            <a:lvl1pPr defTabSz="1219200">
              <a:lnSpc>
                <a:spcPct val="110000"/>
              </a:lnSpc>
              <a:defRPr sz="800">
                <a:latin typeface="+mn-lt"/>
                <a:ea typeface="+mn-ea"/>
                <a:cs typeface="+mn-cs"/>
                <a:sym typeface="IBM Plex Sans"/>
              </a:defRPr>
            </a:lvl1pPr>
          </a:lstStyle>
          <a:p>
            <a:r>
              <a:t>Footer</a:t>
            </a:r>
          </a:p>
        </p:txBody>
      </p:sp>
      <p:sp>
        <p:nvSpPr>
          <p:cNvPr id="612" name="Thank you"/>
          <p:cNvSpPr txBox="1">
            <a:spLocks noGrp="1"/>
          </p:cNvSpPr>
          <p:nvPr>
            <p:ph type="body" sz="quarter" idx="23"/>
          </p:nvPr>
        </p:nvSpPr>
        <p:spPr>
          <a:xfrm>
            <a:off x="288709" y="160806"/>
            <a:ext cx="2476501" cy="1385054"/>
          </a:xfrm>
          <a:prstGeom prst="rect">
            <a:avLst/>
          </a:prstGeom>
        </p:spPr>
        <p:txBody>
          <a:bodyPr/>
          <a:lstStyle>
            <a:lvl1pPr defTabSz="1219200">
              <a:lnSpc>
                <a:spcPct val="90000"/>
              </a:lnSpc>
              <a:defRPr sz="3400"/>
            </a:lvl1pPr>
          </a:lstStyle>
          <a:p>
            <a:r>
              <a:t>Thank you</a:t>
            </a:r>
          </a:p>
        </p:txBody>
      </p:sp>
      <p:sp>
        <p:nvSpPr>
          <p:cNvPr id="613" name="Text Placeholder 6"/>
          <p:cNvSpPr>
            <a:spLocks noGrp="1"/>
          </p:cNvSpPr>
          <p:nvPr>
            <p:ph type="body" sz="quarter" idx="24"/>
          </p:nvPr>
        </p:nvSpPr>
        <p:spPr>
          <a:xfrm>
            <a:off x="6381750" y="286544"/>
            <a:ext cx="2476500" cy="5804967"/>
          </a:xfrm>
          <a:prstGeom prst="rect">
            <a:avLst/>
          </a:prstGeom>
        </p:spPr>
        <p:txBody>
          <a:bodyPr/>
          <a:lstStyle>
            <a:lvl1pPr defTabSz="1219200">
              <a:lnSpc>
                <a:spcPct val="110000"/>
              </a:lnSpc>
              <a:defRPr sz="1600">
                <a:latin typeface="+mn-lt"/>
                <a:ea typeface="+mn-ea"/>
                <a:cs typeface="+mn-cs"/>
                <a:sym typeface="IBM Plex Sans"/>
              </a:defRPr>
            </a:lvl1pPr>
          </a:lstStyle>
          <a:p>
            <a:pPr defTabSz="2438400">
              <a:lnSpc>
                <a:spcPct val="110000"/>
              </a:lnSpc>
              <a:defRPr sz="1600">
                <a:latin typeface="+mn-lt"/>
                <a:ea typeface="+mn-ea"/>
                <a:cs typeface="+mn-cs"/>
                <a:sym typeface="IBM Plex Sans"/>
              </a:defRPr>
            </a:pPr>
            <a:r>
              <a:t>Copy and paste appropriate legal disclaimer text from one of the three options in the PDF guidance deck, found on pages 22-24. Always use the proper legal disclaimer for your presentation audience.</a:t>
            </a:r>
          </a:p>
          <a:p>
            <a:pPr defTabSz="2438400">
              <a:lnSpc>
                <a:spcPct val="110000"/>
              </a:lnSpc>
              <a:defRPr sz="1600">
                <a:latin typeface="+mn-lt"/>
                <a:ea typeface="+mn-ea"/>
                <a:cs typeface="+mn-cs"/>
                <a:sym typeface="IBM Plex Sans"/>
              </a:defRPr>
            </a:pPr>
            <a:endParaRPr/>
          </a:p>
          <a:p>
            <a:pPr defTabSz="2438400">
              <a:lnSpc>
                <a:spcPct val="110000"/>
              </a:lnSpc>
              <a:defRPr sz="1600">
                <a:latin typeface="+mn-lt"/>
                <a:ea typeface="+mn-ea"/>
                <a:cs typeface="+mn-cs"/>
                <a:sym typeface="IBM Plex Sans"/>
              </a:defRPr>
            </a:pPr>
            <a:r>
              <a:t>© 20XX International Business Machines Corporation</a:t>
            </a:r>
          </a:p>
          <a:p>
            <a:pPr defTabSz="2438400">
              <a:lnSpc>
                <a:spcPct val="110000"/>
              </a:lnSpc>
              <a:defRPr sz="1600">
                <a:latin typeface="+mn-lt"/>
                <a:ea typeface="+mn-ea"/>
                <a:cs typeface="+mn-cs"/>
                <a:sym typeface="IBM Plex Sans"/>
              </a:defRPr>
            </a:pPr>
            <a:endParaRPr/>
          </a:p>
          <a:p>
            <a:pPr defTabSz="2438400">
              <a:lnSpc>
                <a:spcPct val="110000"/>
              </a:lnSpc>
              <a:defRPr sz="1600">
                <a:latin typeface="+mn-lt"/>
                <a:ea typeface="+mn-ea"/>
                <a:cs typeface="+mn-cs"/>
                <a:sym typeface="IBM Plex Sans"/>
              </a:defRPr>
            </a:pPr>
            <a:r>
              <a:t>IBM and the IBM logo are trademarks of IBM Corporation, registered in many jurisdictions worldwide. Other product and service names might be trademarks of IBM or other companies. A current list of IBM trademarks is available on </a:t>
            </a:r>
            <a:r>
              <a:rPr u="sng">
                <a:solidFill>
                  <a:schemeClr val="accent1"/>
                </a:solidFill>
                <a:uFill>
                  <a:solidFill>
                    <a:srgbClr val="0000FF"/>
                  </a:solidFill>
                </a:uFill>
                <a:hlinkClick r:id="rId2"/>
              </a:rPr>
              <a:t>ibm.com/trademark</a:t>
            </a:r>
            <a:r>
              <a:t>.</a:t>
            </a:r>
          </a:p>
          <a:p>
            <a:pPr defTabSz="2438400">
              <a:lnSpc>
                <a:spcPct val="110000"/>
              </a:lnSpc>
              <a:defRPr sz="1600">
                <a:latin typeface="+mn-lt"/>
                <a:ea typeface="+mn-ea"/>
                <a:cs typeface="+mn-cs"/>
                <a:sym typeface="IBM Plex Sans"/>
              </a:defRPr>
            </a:pPr>
            <a:endParaRPr/>
          </a:p>
          <a:p>
            <a:pPr defTabSz="2438400">
              <a:lnSpc>
                <a:spcPct val="110000"/>
              </a:lnSpc>
              <a:defRPr sz="1600">
                <a:latin typeface="+mn-lt"/>
                <a:ea typeface="+mn-ea"/>
                <a:cs typeface="+mn-cs"/>
                <a:sym typeface="IBM Plex Sans"/>
              </a:defRPr>
            </a:pPr>
            <a:r>
              <a:t>Internal only. Do not distribute outside of IBM.</a:t>
            </a:r>
          </a:p>
          <a:p>
            <a:pPr defTabSz="2438400">
              <a:lnSpc>
                <a:spcPct val="110000"/>
              </a:lnSpc>
              <a:defRPr sz="1600">
                <a:latin typeface="+mn-lt"/>
                <a:ea typeface="+mn-ea"/>
                <a:cs typeface="+mn-cs"/>
                <a:sym typeface="IBM Plex Sans"/>
              </a:defRPr>
            </a:pPr>
            <a:r>
              <a:t> </a:t>
            </a:r>
          </a:p>
          <a:p>
            <a:pPr defTabSz="2438400">
              <a:lnSpc>
                <a:spcPct val="110000"/>
              </a:lnSpc>
              <a:defRPr sz="1600">
                <a:latin typeface="+mn-lt"/>
                <a:ea typeface="+mn-ea"/>
                <a:cs typeface="+mn-cs"/>
                <a:sym typeface="IBM Plex Sans"/>
              </a:defRPr>
            </a:pPr>
            <a:r>
              <a:t>This document is current as of the initial date of publication and may be changed by IBM at any time.</a:t>
            </a:r>
          </a:p>
        </p:txBody>
      </p:sp>
    </p:spTree>
    <p:extLst>
      <p:ext uri="{BB962C8B-B14F-4D97-AF65-F5344CB8AC3E}">
        <p14:creationId xmlns:p14="http://schemas.microsoft.com/office/powerpoint/2010/main" val="672476480"/>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type="tx">
  <p:cSld name="End slide">
    <p:spTree>
      <p:nvGrpSpPr>
        <p:cNvPr id="1" name=""/>
        <p:cNvGrpSpPr/>
        <p:nvPr/>
      </p:nvGrpSpPr>
      <p:grpSpPr>
        <a:xfrm>
          <a:off x="0" y="0"/>
          <a:ext cx="0" cy="0"/>
          <a:chOff x="0" y="0"/>
          <a:chExt cx="0" cy="0"/>
        </a:xfrm>
      </p:grpSpPr>
      <p:pic>
        <p:nvPicPr>
          <p:cNvPr id="620" name="Picture 3" descr="Picture 3"/>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31892" y="3078671"/>
            <a:ext cx="1728217" cy="689541"/>
          </a:xfrm>
          <a:prstGeom prst="rect">
            <a:avLst/>
          </a:prstGeom>
          <a:ln w="12700">
            <a:miter lim="400000"/>
          </a:ln>
        </p:spPr>
      </p:pic>
      <p:sp>
        <p:nvSpPr>
          <p:cNvPr id="621" name="Slide Number"/>
          <p:cNvSpPr txBox="1">
            <a:spLocks noGrp="1"/>
          </p:cNvSpPr>
          <p:nvPr>
            <p:ph type="sldNum" sz="quarter" idx="2"/>
          </p:nvPr>
        </p:nvSpPr>
        <p:spPr>
          <a:xfrm>
            <a:off x="8602948" y="6233240"/>
            <a:ext cx="134652" cy="123111"/>
          </a:xfrm>
          <a:prstGeom prst="rect">
            <a:avLst/>
          </a:prstGeom>
        </p:spPr>
        <p:txBody>
          <a:bodyPr anchor="b"/>
          <a:lstStyle/>
          <a:p>
            <a:fld id="{86CB4B4D-7CA3-9044-876B-883B54F8677D}" type="slidenum">
              <a:t>‹#›</a:t>
            </a:fld>
            <a:endParaRPr/>
          </a:p>
        </p:txBody>
      </p:sp>
    </p:spTree>
    <p:extLst>
      <p:ext uri="{BB962C8B-B14F-4D97-AF65-F5344CB8AC3E}">
        <p14:creationId xmlns:p14="http://schemas.microsoft.com/office/powerpoint/2010/main" val="1614780522"/>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2770A-AA2E-6346-A3AE-B07C8D6F2A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904542-4C38-1743-9D9F-BF34526C0E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1A7DDD-BC1A-3349-B9CB-87E8978F3F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889561-EF5E-754F-926E-497EBF16C0EB}"/>
              </a:ext>
            </a:extLst>
          </p:cNvPr>
          <p:cNvSpPr>
            <a:spLocks noGrp="1"/>
          </p:cNvSpPr>
          <p:nvPr>
            <p:ph type="dt" sz="half" idx="10"/>
          </p:nvPr>
        </p:nvSpPr>
        <p:spPr/>
        <p:txBody>
          <a:bodyPr/>
          <a:lstStyle/>
          <a:p>
            <a:fld id="{9AFA5930-1DEA-9A43-AE15-2BD9867D50D1}" type="datetimeFigureOut">
              <a:rPr lang="en-US" smtClean="0"/>
              <a:t>5/24/2026</a:t>
            </a:fld>
            <a:endParaRPr lang="en-US"/>
          </a:p>
        </p:txBody>
      </p:sp>
      <p:sp>
        <p:nvSpPr>
          <p:cNvPr id="6" name="Footer Placeholder 5">
            <a:extLst>
              <a:ext uri="{FF2B5EF4-FFF2-40B4-BE49-F238E27FC236}">
                <a16:creationId xmlns:a16="http://schemas.microsoft.com/office/drawing/2014/main" id="{D8841011-B280-4C4C-9A3F-0F07B7B71C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1D0CAE-E1CB-B94A-8109-F0E8CE35B967}"/>
              </a:ext>
            </a:extLst>
          </p:cNvPr>
          <p:cNvSpPr>
            <a:spLocks noGrp="1"/>
          </p:cNvSpPr>
          <p:nvPr>
            <p:ph type="sldNum" sz="quarter" idx="12"/>
          </p:nvPr>
        </p:nvSpPr>
        <p:spPr/>
        <p:txBody>
          <a:bodyPr/>
          <a:lstStyle/>
          <a:p>
            <a:fld id="{8F58D610-F032-6D4A-A31B-24DBFEA68695}" type="slidenum">
              <a:rPr lang="en-US" smtClean="0"/>
              <a:t>‹#›</a:t>
            </a:fld>
            <a:endParaRPr lang="en-US"/>
          </a:p>
        </p:txBody>
      </p:sp>
    </p:spTree>
    <p:extLst>
      <p:ext uri="{BB962C8B-B14F-4D97-AF65-F5344CB8AC3E}">
        <p14:creationId xmlns:p14="http://schemas.microsoft.com/office/powerpoint/2010/main" val="3793741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9" Type="http://schemas.openxmlformats.org/officeDocument/2006/relationships/slideLayout" Target="../slideLayouts/slideLayout54.xml"/><Relationship Id="rId21" Type="http://schemas.openxmlformats.org/officeDocument/2006/relationships/slideLayout" Target="../slideLayouts/slideLayout36.xml"/><Relationship Id="rId34" Type="http://schemas.openxmlformats.org/officeDocument/2006/relationships/slideLayout" Target="../slideLayouts/slideLayout49.xml"/><Relationship Id="rId42" Type="http://schemas.openxmlformats.org/officeDocument/2006/relationships/slideLayout" Target="../slideLayouts/slideLayout57.xml"/><Relationship Id="rId47" Type="http://schemas.openxmlformats.org/officeDocument/2006/relationships/slideLayout" Target="../slideLayouts/slideLayout62.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9" Type="http://schemas.openxmlformats.org/officeDocument/2006/relationships/slideLayout" Target="../slideLayouts/slideLayout44.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45" Type="http://schemas.openxmlformats.org/officeDocument/2006/relationships/slideLayout" Target="../slideLayouts/slideLayout60.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49" Type="http://schemas.openxmlformats.org/officeDocument/2006/relationships/theme" Target="../theme/theme2.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slideLayout" Target="../slideLayouts/slideLayout46.xml"/><Relationship Id="rId44" Type="http://schemas.openxmlformats.org/officeDocument/2006/relationships/slideLayout" Target="../slideLayouts/slideLayout59.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slideLayout" Target="../slideLayouts/slideLayout58.xml"/><Relationship Id="rId48" Type="http://schemas.openxmlformats.org/officeDocument/2006/relationships/slideLayout" Target="../slideLayouts/slideLayout63.xml"/><Relationship Id="rId8" Type="http://schemas.openxmlformats.org/officeDocument/2006/relationships/slideLayout" Target="../slideLayouts/slideLayout23.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 Id="rId46" Type="http://schemas.openxmlformats.org/officeDocument/2006/relationships/slideLayout" Target="../slideLayouts/slideLayout61.xml"/><Relationship Id="rId20" Type="http://schemas.openxmlformats.org/officeDocument/2006/relationships/slideLayout" Target="../slideLayouts/slideLayout35.xml"/><Relationship Id="rId41" Type="http://schemas.openxmlformats.org/officeDocument/2006/relationships/slideLayout" Target="../slideLayouts/slideLayout56.xml"/><Relationship Id="rId1" Type="http://schemas.openxmlformats.org/officeDocument/2006/relationships/slideLayout" Target="../slideLayouts/slideLayout16.xml"/><Relationship Id="rId6"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5CE88C-5933-DEBB-C9E0-EE4EC35879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11CC64-28AA-85D7-DFDD-E42DFB8B3B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F9CBAE-6F91-FDC6-2DB4-352E8121A1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C934F4-2E89-4F25-AC6E-BFA5E51231FB}" type="datetimeFigureOut">
              <a:rPr lang="en-IN" smtClean="0"/>
              <a:t>24-05-2026</a:t>
            </a:fld>
            <a:endParaRPr lang="en-IN"/>
          </a:p>
        </p:txBody>
      </p:sp>
      <p:sp>
        <p:nvSpPr>
          <p:cNvPr id="5" name="Footer Placeholder 4">
            <a:extLst>
              <a:ext uri="{FF2B5EF4-FFF2-40B4-BE49-F238E27FC236}">
                <a16:creationId xmlns:a16="http://schemas.microsoft.com/office/drawing/2014/main" id="{3AFA531F-E0D3-6D04-04E1-A15A124D97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231C02C-DB3A-E21F-587C-E7AC252367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B1FEC4-D83D-477A-95A3-453A934B7ABD}" type="slidenum">
              <a:rPr lang="en-IN" smtClean="0"/>
              <a:t>‹#›</a:t>
            </a:fld>
            <a:endParaRPr lang="en-IN"/>
          </a:p>
        </p:txBody>
      </p:sp>
    </p:spTree>
    <p:extLst>
      <p:ext uri="{BB962C8B-B14F-4D97-AF65-F5344CB8AC3E}">
        <p14:creationId xmlns:p14="http://schemas.microsoft.com/office/powerpoint/2010/main" val="2513819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771599" y="6475769"/>
            <a:ext cx="134652" cy="123111"/>
          </a:xfrm>
          <a:prstGeom prst="rect">
            <a:avLst/>
          </a:prstGeom>
          <a:ln w="12700">
            <a:miter lim="400000"/>
          </a:ln>
        </p:spPr>
        <p:txBody>
          <a:bodyPr wrap="none" lIns="0" tIns="0" rIns="0" bIns="0" anchor="ctr">
            <a:spAutoFit/>
          </a:bodyPr>
          <a:lstStyle>
            <a:lvl1pPr algn="r" defTabSz="914690">
              <a:defRPr sz="800">
                <a:latin typeface="+mn-lt"/>
                <a:ea typeface="+mn-ea"/>
                <a:cs typeface="+mn-cs"/>
                <a:sym typeface="IBM Plex Sans"/>
              </a:defRPr>
            </a:lvl1pPr>
          </a:lstStyle>
          <a:p>
            <a:fld id="{86CB4B4D-7CA3-9044-876B-883B54F8677D}" type="slidenum">
              <a:t>‹#›</a:t>
            </a:fld>
            <a:endParaRPr/>
          </a:p>
        </p:txBody>
      </p:sp>
      <p:sp>
        <p:nvSpPr>
          <p:cNvPr id="3" name="Title Text"/>
          <p:cNvSpPr txBox="1">
            <a:spLocks noGrp="1"/>
          </p:cNvSpPr>
          <p:nvPr>
            <p:ph type="title"/>
          </p:nvPr>
        </p:nvSpPr>
        <p:spPr>
          <a:xfrm>
            <a:off x="609600" y="274638"/>
            <a:ext cx="109728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4"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3094717437"/>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 id="2147483684" r:id="rId19"/>
    <p:sldLayoutId id="2147483685" r:id="rId20"/>
    <p:sldLayoutId id="2147483686" r:id="rId21"/>
    <p:sldLayoutId id="2147483687" r:id="rId22"/>
    <p:sldLayoutId id="2147483688" r:id="rId23"/>
    <p:sldLayoutId id="2147483689" r:id="rId24"/>
    <p:sldLayoutId id="2147483690" r:id="rId25"/>
    <p:sldLayoutId id="2147483691" r:id="rId26"/>
    <p:sldLayoutId id="2147483692" r:id="rId27"/>
    <p:sldLayoutId id="2147483693" r:id="rId28"/>
    <p:sldLayoutId id="2147483694" r:id="rId29"/>
    <p:sldLayoutId id="2147483695" r:id="rId30"/>
    <p:sldLayoutId id="2147483696" r:id="rId31"/>
    <p:sldLayoutId id="2147483697" r:id="rId32"/>
    <p:sldLayoutId id="2147483698" r:id="rId33"/>
    <p:sldLayoutId id="2147483699" r:id="rId34"/>
    <p:sldLayoutId id="2147483700" r:id="rId35"/>
    <p:sldLayoutId id="2147483701" r:id="rId36"/>
    <p:sldLayoutId id="2147483702" r:id="rId37"/>
    <p:sldLayoutId id="2147483703" r:id="rId38"/>
    <p:sldLayoutId id="2147483704" r:id="rId39"/>
    <p:sldLayoutId id="2147483705" r:id="rId40"/>
    <p:sldLayoutId id="2147483706" r:id="rId41"/>
    <p:sldLayoutId id="2147483707" r:id="rId42"/>
    <p:sldLayoutId id="2147483708" r:id="rId43"/>
    <p:sldLayoutId id="2147483709" r:id="rId44"/>
    <p:sldLayoutId id="2147483710" r:id="rId45"/>
    <p:sldLayoutId id="2147483711" r:id="rId46"/>
    <p:sldLayoutId id="2147483712" r:id="rId47"/>
    <p:sldLayoutId id="2147483713" r:id="rId48"/>
  </p:sldLayoutIdLst>
  <p:transition spd="med"/>
  <p:txStyles>
    <p:titleStyle>
      <a:lvl1pPr marL="0" marR="0" indent="0" algn="l" defTabSz="1219200" rtl="0" latinLnBrk="0">
        <a:lnSpc>
          <a:spcPct val="90000"/>
        </a:lnSpc>
        <a:spcBef>
          <a:spcPts val="0"/>
        </a:spcBef>
        <a:spcAft>
          <a:spcPts val="0"/>
        </a:spcAft>
        <a:buClrTx/>
        <a:buSzTx/>
        <a:buFontTx/>
        <a:buNone/>
        <a:tabLst/>
        <a:defRPr sz="3400" b="0" i="0" u="none" strike="noStrike" cap="none" spc="0" baseline="0">
          <a:solidFill>
            <a:srgbClr val="000000"/>
          </a:solidFill>
          <a:uFillTx/>
          <a:latin typeface="IBM Plex Sans Light"/>
          <a:ea typeface="IBM Plex Sans Light"/>
          <a:cs typeface="IBM Plex Sans Light"/>
          <a:sym typeface="IBM Plex Sans Light"/>
        </a:defRPr>
      </a:lvl1pPr>
      <a:lvl2pPr marL="0" marR="0" indent="0" algn="l" defTabSz="1219200" rtl="0" latinLnBrk="0">
        <a:lnSpc>
          <a:spcPct val="90000"/>
        </a:lnSpc>
        <a:spcBef>
          <a:spcPts val="0"/>
        </a:spcBef>
        <a:spcAft>
          <a:spcPts val="0"/>
        </a:spcAft>
        <a:buClrTx/>
        <a:buSzTx/>
        <a:buFontTx/>
        <a:buNone/>
        <a:tabLst/>
        <a:defRPr sz="3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1219200" rtl="0" latinLnBrk="0">
        <a:lnSpc>
          <a:spcPct val="90000"/>
        </a:lnSpc>
        <a:spcBef>
          <a:spcPts val="0"/>
        </a:spcBef>
        <a:spcAft>
          <a:spcPts val="0"/>
        </a:spcAft>
        <a:buClrTx/>
        <a:buSzTx/>
        <a:buFontTx/>
        <a:buNone/>
        <a:tabLst/>
        <a:defRPr sz="3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1219200" rtl="0" latinLnBrk="0">
        <a:lnSpc>
          <a:spcPct val="90000"/>
        </a:lnSpc>
        <a:spcBef>
          <a:spcPts val="0"/>
        </a:spcBef>
        <a:spcAft>
          <a:spcPts val="0"/>
        </a:spcAft>
        <a:buClrTx/>
        <a:buSzTx/>
        <a:buFontTx/>
        <a:buNone/>
        <a:tabLst/>
        <a:defRPr sz="3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1219200" rtl="0" latinLnBrk="0">
        <a:lnSpc>
          <a:spcPct val="90000"/>
        </a:lnSpc>
        <a:spcBef>
          <a:spcPts val="0"/>
        </a:spcBef>
        <a:spcAft>
          <a:spcPts val="0"/>
        </a:spcAft>
        <a:buClrTx/>
        <a:buSzTx/>
        <a:buFontTx/>
        <a:buNone/>
        <a:tabLst/>
        <a:defRPr sz="3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0" algn="l" defTabSz="1219200" rtl="0" latinLnBrk="0">
        <a:lnSpc>
          <a:spcPct val="90000"/>
        </a:lnSpc>
        <a:spcBef>
          <a:spcPts val="0"/>
        </a:spcBef>
        <a:spcAft>
          <a:spcPts val="0"/>
        </a:spcAft>
        <a:buClrTx/>
        <a:buSzTx/>
        <a:buFontTx/>
        <a:buNone/>
        <a:tabLst/>
        <a:defRPr sz="3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0" algn="l" defTabSz="1219200" rtl="0" latinLnBrk="0">
        <a:lnSpc>
          <a:spcPct val="90000"/>
        </a:lnSpc>
        <a:spcBef>
          <a:spcPts val="0"/>
        </a:spcBef>
        <a:spcAft>
          <a:spcPts val="0"/>
        </a:spcAft>
        <a:buClrTx/>
        <a:buSzTx/>
        <a:buFontTx/>
        <a:buNone/>
        <a:tabLst/>
        <a:defRPr sz="3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0" algn="l" defTabSz="1219200" rtl="0" latinLnBrk="0">
        <a:lnSpc>
          <a:spcPct val="90000"/>
        </a:lnSpc>
        <a:spcBef>
          <a:spcPts val="0"/>
        </a:spcBef>
        <a:spcAft>
          <a:spcPts val="0"/>
        </a:spcAft>
        <a:buClrTx/>
        <a:buSzTx/>
        <a:buFontTx/>
        <a:buNone/>
        <a:tabLst/>
        <a:defRPr sz="3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0" algn="l" defTabSz="1219200" rtl="0" latinLnBrk="0">
        <a:lnSpc>
          <a:spcPct val="90000"/>
        </a:lnSpc>
        <a:spcBef>
          <a:spcPts val="0"/>
        </a:spcBef>
        <a:spcAft>
          <a:spcPts val="0"/>
        </a:spcAft>
        <a:buClrTx/>
        <a:buSzTx/>
        <a:buFontTx/>
        <a:buNone/>
        <a:tabLst/>
        <a:defRPr sz="3400" b="0" i="0" u="none" strike="noStrike" cap="none" spc="0" baseline="0">
          <a:solidFill>
            <a:srgbClr val="000000"/>
          </a:solidFill>
          <a:uFillTx/>
          <a:latin typeface="IBM Plex Sans Light"/>
          <a:ea typeface="IBM Plex Sans Light"/>
          <a:cs typeface="IBM Plex Sans Light"/>
          <a:sym typeface="IBM Plex Sans Light"/>
        </a:defRPr>
      </a:lvl9pPr>
    </p:titleStyle>
    <p:bodyStyle>
      <a:lvl1pPr marL="0" marR="0" indent="0" algn="l" defTabSz="580644" rtl="0" latinLnBrk="0">
        <a:lnSpc>
          <a:spcPct val="100000"/>
        </a:lnSpc>
        <a:spcBef>
          <a:spcPts val="0"/>
        </a:spcBef>
        <a:spcAft>
          <a:spcPts val="0"/>
        </a:spcAft>
        <a:buClrTx/>
        <a:buSzTx/>
        <a:buFontTx/>
        <a:buNone/>
        <a:tabLst/>
        <a:defRPr sz="1800" b="0" i="0" u="none" strike="noStrike" cap="none" spc="0" baseline="0">
          <a:solidFill>
            <a:srgbClr val="000000"/>
          </a:solidFill>
          <a:uFillTx/>
          <a:latin typeface="IBM Plex Sans Light"/>
          <a:ea typeface="IBM Plex Sans Light"/>
          <a:cs typeface="IBM Plex Sans Light"/>
          <a:sym typeface="IBM Plex Sans Light"/>
        </a:defRPr>
      </a:lvl1pPr>
      <a:lvl2pPr marL="164592" marR="0" indent="-164592" algn="l" defTabSz="580644" rtl="0" latinLnBrk="0">
        <a:lnSpc>
          <a:spcPct val="100000"/>
        </a:lnSpc>
        <a:spcBef>
          <a:spcPts val="0"/>
        </a:spcBef>
        <a:spcAft>
          <a:spcPts val="0"/>
        </a:spcAft>
        <a:buClrTx/>
        <a:buSzPct val="100000"/>
        <a:buFontTx/>
        <a:buChar char="–"/>
        <a:tabLst/>
        <a:defRPr sz="1800" b="0" i="0" u="none" strike="noStrike" cap="none" spc="0" baseline="0">
          <a:solidFill>
            <a:srgbClr val="000000"/>
          </a:solidFill>
          <a:uFillTx/>
          <a:latin typeface="IBM Plex Sans Light"/>
          <a:ea typeface="IBM Plex Sans Light"/>
          <a:cs typeface="IBM Plex Sans Light"/>
          <a:sym typeface="IBM Plex Sans Light"/>
        </a:defRPr>
      </a:lvl2pPr>
      <a:lvl3pPr marL="329184" marR="0" indent="-164592" algn="l" defTabSz="580644" rtl="0" latinLnBrk="0">
        <a:lnSpc>
          <a:spcPct val="100000"/>
        </a:lnSpc>
        <a:spcBef>
          <a:spcPts val="0"/>
        </a:spcBef>
        <a:spcAft>
          <a:spcPts val="0"/>
        </a:spcAft>
        <a:buClrTx/>
        <a:buSzPct val="100000"/>
        <a:buFontTx/>
        <a:buChar char="•"/>
        <a:tabLst/>
        <a:defRPr sz="1800" b="0" i="0" u="none" strike="noStrike" cap="none" spc="0" baseline="0">
          <a:solidFill>
            <a:srgbClr val="000000"/>
          </a:solidFill>
          <a:uFillTx/>
          <a:latin typeface="IBM Plex Sans Light"/>
          <a:ea typeface="IBM Plex Sans Light"/>
          <a:cs typeface="IBM Plex Sans Light"/>
          <a:sym typeface="IBM Plex Sans Light"/>
        </a:defRPr>
      </a:lvl3pPr>
      <a:lvl4pPr marL="493776" marR="0" indent="-164592" algn="l" defTabSz="580644" rtl="0" latinLnBrk="0">
        <a:lnSpc>
          <a:spcPct val="100000"/>
        </a:lnSpc>
        <a:spcBef>
          <a:spcPts val="0"/>
        </a:spcBef>
        <a:spcAft>
          <a:spcPts val="0"/>
        </a:spcAft>
        <a:buClrTx/>
        <a:buSzPct val="100000"/>
        <a:buFontTx/>
        <a:buChar char="–"/>
        <a:tabLst/>
        <a:defRPr sz="1800" b="0" i="0" u="none" strike="noStrike" cap="none" spc="0" baseline="0">
          <a:solidFill>
            <a:srgbClr val="000000"/>
          </a:solidFill>
          <a:uFillTx/>
          <a:latin typeface="IBM Plex Sans Light"/>
          <a:ea typeface="IBM Plex Sans Light"/>
          <a:cs typeface="IBM Plex Sans Light"/>
          <a:sym typeface="IBM Plex Sans Light"/>
        </a:defRPr>
      </a:lvl4pPr>
      <a:lvl5pPr marL="571500" marR="0" indent="-228600" algn="l" defTabSz="580644" rtl="0" latinLnBrk="0">
        <a:lnSpc>
          <a:spcPct val="100000"/>
        </a:lnSpc>
        <a:spcBef>
          <a:spcPts val="0"/>
        </a:spcBef>
        <a:spcAft>
          <a:spcPts val="0"/>
        </a:spcAft>
        <a:buClrTx/>
        <a:buSzPct val="100000"/>
        <a:buFontTx/>
        <a:buChar char="•"/>
        <a:tabLst/>
        <a:defRPr sz="1800" b="0" i="0" u="none" strike="noStrike" cap="none" spc="0" baseline="0">
          <a:solidFill>
            <a:srgbClr val="000000"/>
          </a:solidFill>
          <a:uFillTx/>
          <a:latin typeface="IBM Plex Sans Light"/>
          <a:ea typeface="IBM Plex Sans Light"/>
          <a:cs typeface="IBM Plex Sans Light"/>
          <a:sym typeface="IBM Plex Sans Light"/>
        </a:defRPr>
      </a:lvl5pPr>
      <a:lvl6pPr marL="921530" marR="0" indent="-194505" algn="l" defTabSz="580644" rtl="0" latinLnBrk="0">
        <a:lnSpc>
          <a:spcPct val="100000"/>
        </a:lnSpc>
        <a:spcBef>
          <a:spcPts val="0"/>
        </a:spcBef>
        <a:spcAft>
          <a:spcPts val="0"/>
        </a:spcAft>
        <a:buClrTx/>
        <a:buSzPct val="100000"/>
        <a:buFontTx/>
        <a:buChar char="»"/>
        <a:tabLst/>
        <a:defRPr sz="1800" b="0" i="0" u="none" strike="noStrike" cap="none" spc="0" baseline="0">
          <a:solidFill>
            <a:srgbClr val="000000"/>
          </a:solidFill>
          <a:uFillTx/>
          <a:latin typeface="IBM Plex Sans Light"/>
          <a:ea typeface="IBM Plex Sans Light"/>
          <a:cs typeface="IBM Plex Sans Light"/>
          <a:sym typeface="IBM Plex Sans Light"/>
        </a:defRPr>
      </a:lvl6pPr>
      <a:lvl7pPr marL="1102816" marR="0" indent="-194505" algn="l" defTabSz="580644" rtl="0" latinLnBrk="0">
        <a:lnSpc>
          <a:spcPct val="100000"/>
        </a:lnSpc>
        <a:spcBef>
          <a:spcPts val="0"/>
        </a:spcBef>
        <a:spcAft>
          <a:spcPts val="0"/>
        </a:spcAft>
        <a:buClrTx/>
        <a:buSzPct val="100000"/>
        <a:buFontTx/>
        <a:buChar char="»"/>
        <a:tabLst/>
        <a:defRPr sz="1800" b="0" i="0" u="none" strike="noStrike" cap="none" spc="0" baseline="0">
          <a:solidFill>
            <a:srgbClr val="000000"/>
          </a:solidFill>
          <a:uFillTx/>
          <a:latin typeface="IBM Plex Sans Light"/>
          <a:ea typeface="IBM Plex Sans Light"/>
          <a:cs typeface="IBM Plex Sans Light"/>
          <a:sym typeface="IBM Plex Sans Light"/>
        </a:defRPr>
      </a:lvl7pPr>
      <a:lvl8pPr marL="1284100" marR="0" indent="-194505" algn="l" defTabSz="580644" rtl="0" latinLnBrk="0">
        <a:lnSpc>
          <a:spcPct val="100000"/>
        </a:lnSpc>
        <a:spcBef>
          <a:spcPts val="0"/>
        </a:spcBef>
        <a:spcAft>
          <a:spcPts val="0"/>
        </a:spcAft>
        <a:buClrTx/>
        <a:buSzPct val="100000"/>
        <a:buFontTx/>
        <a:buChar char="»"/>
        <a:tabLst/>
        <a:defRPr sz="1800" b="0" i="0" u="none" strike="noStrike" cap="none" spc="0" baseline="0">
          <a:solidFill>
            <a:srgbClr val="000000"/>
          </a:solidFill>
          <a:uFillTx/>
          <a:latin typeface="IBM Plex Sans Light"/>
          <a:ea typeface="IBM Plex Sans Light"/>
          <a:cs typeface="IBM Plex Sans Light"/>
          <a:sym typeface="IBM Plex Sans Light"/>
        </a:defRPr>
      </a:lvl8pPr>
      <a:lvl9pPr marL="1465384" marR="0" indent="-194505" algn="l" defTabSz="580644" rtl="0" latinLnBrk="0">
        <a:lnSpc>
          <a:spcPct val="100000"/>
        </a:lnSpc>
        <a:spcBef>
          <a:spcPts val="0"/>
        </a:spcBef>
        <a:spcAft>
          <a:spcPts val="0"/>
        </a:spcAft>
        <a:buClrTx/>
        <a:buSzPct val="100000"/>
        <a:buFontTx/>
        <a:buChar char="»"/>
        <a:tabLst/>
        <a:defRPr sz="1800" b="0" i="0" u="none" strike="noStrike" cap="none" spc="0" baseline="0">
          <a:solidFill>
            <a:srgbClr val="000000"/>
          </a:solidFill>
          <a:uFillTx/>
          <a:latin typeface="IBM Plex Sans Light"/>
          <a:ea typeface="IBM Plex Sans Light"/>
          <a:cs typeface="IBM Plex Sans Light"/>
          <a:sym typeface="IBM Plex Sans Light"/>
        </a:defRPr>
      </a:lvl9pPr>
    </p:bodyStyle>
    <p:otherStyle>
      <a:lvl1pPr marL="0" marR="0" indent="0"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457344"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914690"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1372034"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1829379"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2286723"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2744069"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3201414"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3658759" algn="r" defTabSz="91469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4.svg"/><Relationship Id="rId5" Type="http://schemas.openxmlformats.org/officeDocument/2006/relationships/image" Target="../media/image3.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hyperlink" Target="https://internal.bob.ibm.com/docs/ide/getting-started/install" TargetMode="External"/><Relationship Id="rId2" Type="http://schemas.openxmlformats.org/officeDocument/2006/relationships/hyperlink" Target="https://w3.ibm.com/w3publisher/bob" TargetMode="External"/><Relationship Id="rId1" Type="http://schemas.openxmlformats.org/officeDocument/2006/relationships/slideLayout" Target="../slideLayouts/slideLayout4.xml"/><Relationship Id="rId4" Type="http://schemas.openxmlformats.org/officeDocument/2006/relationships/hyperlink" Target="https://ibm.enterprise.slack.com/archives/C0B5E35M7E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hyperlink" Target="https://ibm.enterprise.slack.com/archives/C0B5E35M7ED" TargetMode="External"/><Relationship Id="rId2" Type="http://schemas.openxmlformats.org/officeDocument/2006/relationships/hyperlink" Target="https://www.postgresql.org/download/" TargetMode="Externa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E69C8-8CE4-5B4A-4F85-A1DBBFCE30D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3BD8AF8-3A16-F87D-9C02-BA0CBD0C340E}"/>
              </a:ext>
            </a:extLst>
          </p:cNvPr>
          <p:cNvGraphicFramePr>
            <a:graphicFrameLocks noChangeAspect="1"/>
          </p:cNvGraphicFramePr>
          <p:nvPr>
            <p:custDataLst>
              <p:tags r:id="rId1"/>
            </p:custDataLst>
          </p:nvPr>
        </p:nvGraphicFramePr>
        <p:xfrm>
          <a:off x="2117" y="1770"/>
          <a:ext cx="1324" cy="1324"/>
        </p:xfrm>
        <a:graphic>
          <a:graphicData uri="http://schemas.openxmlformats.org/presentationml/2006/ole">
            <mc:AlternateContent xmlns:mc="http://schemas.openxmlformats.org/markup-compatibility/2006">
              <mc:Choice xmlns:v="urn:schemas-microsoft-com:vml" Requires="v">
                <p:oleObj name="think-cell Slide" r:id="rId4" imgW="421" imgH="423" progId="TCLayout.ActiveDocument.1">
                  <p:embed/>
                </p:oleObj>
              </mc:Choice>
              <mc:Fallback>
                <p:oleObj name="think-cell Slide" r:id="rId4" imgW="421" imgH="423" progId="TCLayout.ActiveDocument.1">
                  <p:embed/>
                  <p:pic>
                    <p:nvPicPr>
                      <p:cNvPr id="6" name="think-cell data - do not delete" hidden="1">
                        <a:extLst>
                          <a:ext uri="{FF2B5EF4-FFF2-40B4-BE49-F238E27FC236}">
                            <a16:creationId xmlns:a16="http://schemas.microsoft.com/office/drawing/2014/main" id="{43BD8AF8-3A16-F87D-9C02-BA0CBD0C340E}"/>
                          </a:ext>
                        </a:extLst>
                      </p:cNvPr>
                      <p:cNvPicPr/>
                      <p:nvPr/>
                    </p:nvPicPr>
                    <p:blipFill>
                      <a:blip r:embed="rId5"/>
                      <a:stretch>
                        <a:fillRect/>
                      </a:stretch>
                    </p:blipFill>
                    <p:spPr>
                      <a:xfrm>
                        <a:off x="2117" y="1770"/>
                        <a:ext cx="1324" cy="1324"/>
                      </a:xfrm>
                      <a:prstGeom prst="rect">
                        <a:avLst/>
                      </a:prstGeom>
                    </p:spPr>
                  </p:pic>
                </p:oleObj>
              </mc:Fallback>
            </mc:AlternateContent>
          </a:graphicData>
        </a:graphic>
      </p:graphicFrame>
      <p:sp>
        <p:nvSpPr>
          <p:cNvPr id="22" name="Title 1">
            <a:extLst>
              <a:ext uri="{FF2B5EF4-FFF2-40B4-BE49-F238E27FC236}">
                <a16:creationId xmlns:a16="http://schemas.microsoft.com/office/drawing/2014/main" id="{E72DE503-3E5B-4B17-46E2-0215626A65F8}"/>
              </a:ext>
            </a:extLst>
          </p:cNvPr>
          <p:cNvSpPr txBox="1">
            <a:spLocks/>
          </p:cNvSpPr>
          <p:nvPr/>
        </p:nvSpPr>
        <p:spPr>
          <a:xfrm>
            <a:off x="390838" y="399396"/>
            <a:ext cx="5910329" cy="1354217"/>
          </a:xfrm>
          <a:prstGeom prst="rect">
            <a:avLst/>
          </a:prstGeom>
        </p:spPr>
        <p:txBody>
          <a:bodyPr vert="horz" wrap="square" lIns="0" tIns="0" rIns="0" bIns="0" rtlCol="0" anchor="t">
            <a:spAutoFit/>
          </a:bodyPr>
          <a:lstStyle>
            <a:lvl1pPr algn="l" rtl="0" eaLnBrk="1" fontAlgn="base" hangingPunct="1">
              <a:lnSpc>
                <a:spcPct val="90000"/>
              </a:lnSpc>
              <a:spcBef>
                <a:spcPct val="0"/>
              </a:spcBef>
              <a:spcAft>
                <a:spcPct val="0"/>
              </a:spcAft>
              <a:defRPr sz="36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3552">
                <a:solidFill>
                  <a:srgbClr val="191919"/>
                </a:solidFill>
                <a:latin typeface="IBM Plex Sans Light" pitchFamily="34" charset="0"/>
              </a:defRPr>
            </a:lvl2pPr>
            <a:lvl3pPr algn="l" rtl="0" eaLnBrk="1" fontAlgn="base" hangingPunct="1">
              <a:lnSpc>
                <a:spcPct val="90000"/>
              </a:lnSpc>
              <a:spcBef>
                <a:spcPct val="0"/>
              </a:spcBef>
              <a:spcAft>
                <a:spcPct val="0"/>
              </a:spcAft>
              <a:defRPr sz="3552">
                <a:solidFill>
                  <a:srgbClr val="191919"/>
                </a:solidFill>
                <a:latin typeface="IBM Plex Sans Light" pitchFamily="34" charset="0"/>
              </a:defRPr>
            </a:lvl3pPr>
            <a:lvl4pPr algn="l" rtl="0" eaLnBrk="1" fontAlgn="base" hangingPunct="1">
              <a:lnSpc>
                <a:spcPct val="90000"/>
              </a:lnSpc>
              <a:spcBef>
                <a:spcPct val="0"/>
              </a:spcBef>
              <a:spcAft>
                <a:spcPct val="0"/>
              </a:spcAft>
              <a:defRPr sz="3552">
                <a:solidFill>
                  <a:srgbClr val="191919"/>
                </a:solidFill>
                <a:latin typeface="IBM Plex Sans Light" pitchFamily="34" charset="0"/>
              </a:defRPr>
            </a:lvl4pPr>
            <a:lvl5pPr algn="l" rtl="0" eaLnBrk="1" fontAlgn="base" hangingPunct="1">
              <a:lnSpc>
                <a:spcPct val="90000"/>
              </a:lnSpc>
              <a:spcBef>
                <a:spcPct val="0"/>
              </a:spcBef>
              <a:spcAft>
                <a:spcPct val="0"/>
              </a:spcAft>
              <a:defRPr sz="3552">
                <a:solidFill>
                  <a:srgbClr val="191919"/>
                </a:solidFill>
                <a:latin typeface="IBM Plex Sans Light" pitchFamily="34" charset="0"/>
              </a:defRPr>
            </a:lvl5pPr>
            <a:lvl6pPr marL="580109" algn="l" rtl="0" eaLnBrk="1" fontAlgn="base" hangingPunct="1">
              <a:lnSpc>
                <a:spcPct val="90000"/>
              </a:lnSpc>
              <a:spcBef>
                <a:spcPct val="0"/>
              </a:spcBef>
              <a:spcAft>
                <a:spcPct val="0"/>
              </a:spcAft>
              <a:defRPr sz="3552">
                <a:solidFill>
                  <a:srgbClr val="191919"/>
                </a:solidFill>
                <a:latin typeface="IBM Plex Sans Light" pitchFamily="34" charset="0"/>
              </a:defRPr>
            </a:lvl6pPr>
            <a:lvl7pPr marL="1160222" algn="l" rtl="0" eaLnBrk="1" fontAlgn="base" hangingPunct="1">
              <a:lnSpc>
                <a:spcPct val="90000"/>
              </a:lnSpc>
              <a:spcBef>
                <a:spcPct val="0"/>
              </a:spcBef>
              <a:spcAft>
                <a:spcPct val="0"/>
              </a:spcAft>
              <a:defRPr sz="3552">
                <a:solidFill>
                  <a:srgbClr val="191919"/>
                </a:solidFill>
                <a:latin typeface="IBM Plex Sans Light" pitchFamily="34" charset="0"/>
              </a:defRPr>
            </a:lvl7pPr>
            <a:lvl8pPr marL="1740331" algn="l" rtl="0" eaLnBrk="1" fontAlgn="base" hangingPunct="1">
              <a:lnSpc>
                <a:spcPct val="90000"/>
              </a:lnSpc>
              <a:spcBef>
                <a:spcPct val="0"/>
              </a:spcBef>
              <a:spcAft>
                <a:spcPct val="0"/>
              </a:spcAft>
              <a:defRPr sz="3552">
                <a:solidFill>
                  <a:srgbClr val="191919"/>
                </a:solidFill>
                <a:latin typeface="IBM Plex Sans Light" pitchFamily="34" charset="0"/>
              </a:defRPr>
            </a:lvl8pPr>
            <a:lvl9pPr marL="2320442" algn="l" rtl="0" eaLnBrk="1" fontAlgn="base" hangingPunct="1">
              <a:lnSpc>
                <a:spcPct val="90000"/>
              </a:lnSpc>
              <a:spcBef>
                <a:spcPct val="0"/>
              </a:spcBef>
              <a:spcAft>
                <a:spcPct val="0"/>
              </a:spcAft>
              <a:defRPr sz="3552">
                <a:solidFill>
                  <a:srgbClr val="191919"/>
                </a:solidFill>
                <a:latin typeface="IBM Plex Sans Light" pitchFamily="34" charset="0"/>
              </a:defRPr>
            </a:lvl9pPr>
          </a:lstStyle>
          <a:p>
            <a:pPr defTabSz="761909">
              <a:lnSpc>
                <a:spcPct val="100000"/>
              </a:lnSpc>
              <a:defRPr/>
            </a:pPr>
            <a:r>
              <a:rPr lang="en-US" sz="4400" dirty="0">
                <a:solidFill>
                  <a:srgbClr val="000000"/>
                </a:solidFill>
                <a:latin typeface="IBM Plex Sans Thin" panose="020B0203050203000203" pitchFamily="34" charset="0"/>
                <a:sym typeface="IBM Plex Sans Light" panose="020B0403050203000203" pitchFamily="34" charset="0"/>
              </a:rPr>
              <a:t>AI Specialist Capstone project</a:t>
            </a:r>
          </a:p>
        </p:txBody>
      </p:sp>
      <p:sp>
        <p:nvSpPr>
          <p:cNvPr id="38" name="Rectangle 37">
            <a:extLst>
              <a:ext uri="{FF2B5EF4-FFF2-40B4-BE49-F238E27FC236}">
                <a16:creationId xmlns:a16="http://schemas.microsoft.com/office/drawing/2014/main" id="{60A4919A-3FF9-D82E-7C08-4E09762698DB}"/>
              </a:ext>
            </a:extLst>
          </p:cNvPr>
          <p:cNvSpPr/>
          <p:nvPr/>
        </p:nvSpPr>
        <p:spPr bwMode="auto">
          <a:xfrm>
            <a:off x="6302348" y="397270"/>
            <a:ext cx="5523781" cy="6095207"/>
          </a:xfrm>
          <a:prstGeom prst="rect">
            <a:avLst/>
          </a:prstGeom>
          <a:solidFill>
            <a:schemeClr val="bg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pic>
        <p:nvPicPr>
          <p:cNvPr id="40" name="Graphic 39">
            <a:extLst>
              <a:ext uri="{FF2B5EF4-FFF2-40B4-BE49-F238E27FC236}">
                <a16:creationId xmlns:a16="http://schemas.microsoft.com/office/drawing/2014/main" id="{A6A37C83-BF79-3ADD-C19F-B6E66D2C13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04168" y="-18781"/>
            <a:ext cx="3885694" cy="3885694"/>
          </a:xfrm>
          <a:prstGeom prst="rect">
            <a:avLst/>
          </a:prstGeom>
        </p:spPr>
      </p:pic>
      <p:sp>
        <p:nvSpPr>
          <p:cNvPr id="41" name="Freeform 69">
            <a:extLst>
              <a:ext uri="{FF2B5EF4-FFF2-40B4-BE49-F238E27FC236}">
                <a16:creationId xmlns:a16="http://schemas.microsoft.com/office/drawing/2014/main" id="{0D06CB66-DCC4-6AC2-1B46-AE7D6B8A9568}"/>
              </a:ext>
            </a:extLst>
          </p:cNvPr>
          <p:cNvSpPr/>
          <p:nvPr/>
        </p:nvSpPr>
        <p:spPr bwMode="auto">
          <a:xfrm rot="5400000">
            <a:off x="10298989" y="395939"/>
            <a:ext cx="1523802" cy="1523802"/>
          </a:xfrm>
          <a:custGeom>
            <a:avLst/>
            <a:gdLst>
              <a:gd name="connsiteX0" fmla="*/ 0 w 1828800"/>
              <a:gd name="connsiteY0" fmla="*/ 1828800 h 1828800"/>
              <a:gd name="connsiteX1" fmla="*/ 1828800 w 1828800"/>
              <a:gd name="connsiteY1" fmla="*/ 0 h 1828800"/>
              <a:gd name="connsiteX2" fmla="*/ 1828800 w 1828800"/>
              <a:gd name="connsiteY2" fmla="*/ 453542 h 1828800"/>
              <a:gd name="connsiteX3" fmla="*/ 1695003 w 1828800"/>
              <a:gd name="connsiteY3" fmla="*/ 460271 h 1828800"/>
              <a:gd name="connsiteX4" fmla="*/ 458799 w 1828800"/>
              <a:gd name="connsiteY4" fmla="*/ 1824790 h 1828800"/>
              <a:gd name="connsiteX5" fmla="*/ 459002 w 1828800"/>
              <a:gd name="connsiteY5" fmla="*/ 182880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1828800">
                <a:moveTo>
                  <a:pt x="0" y="1828800"/>
                </a:moveTo>
                <a:cubicBezTo>
                  <a:pt x="0" y="818782"/>
                  <a:pt x="818782" y="0"/>
                  <a:pt x="1828800" y="0"/>
                </a:cubicBezTo>
                <a:lnTo>
                  <a:pt x="1828800" y="453542"/>
                </a:lnTo>
                <a:lnTo>
                  <a:pt x="1695003" y="460271"/>
                </a:lnTo>
                <a:cubicBezTo>
                  <a:pt x="1000646" y="530511"/>
                  <a:pt x="458799" y="1114621"/>
                  <a:pt x="458799" y="1824790"/>
                </a:cubicBezTo>
                <a:lnTo>
                  <a:pt x="459002" y="1828800"/>
                </a:lnTo>
                <a:close/>
              </a:path>
            </a:pathLst>
          </a:custGeom>
          <a:solidFill>
            <a:srgbClr val="CDE3F5">
              <a:alpha val="79841"/>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sp>
        <p:nvSpPr>
          <p:cNvPr id="42" name="Freeform 80">
            <a:extLst>
              <a:ext uri="{FF2B5EF4-FFF2-40B4-BE49-F238E27FC236}">
                <a16:creationId xmlns:a16="http://schemas.microsoft.com/office/drawing/2014/main" id="{BA5AE0CF-B8AD-00FD-75CE-22B1BC24B13B}"/>
              </a:ext>
            </a:extLst>
          </p:cNvPr>
          <p:cNvSpPr/>
          <p:nvPr/>
        </p:nvSpPr>
        <p:spPr bwMode="auto">
          <a:xfrm>
            <a:off x="9540427" y="1159171"/>
            <a:ext cx="763082" cy="764896"/>
          </a:xfrm>
          <a:custGeom>
            <a:avLst/>
            <a:gdLst>
              <a:gd name="connsiteX0" fmla="*/ 914400 w 915818"/>
              <a:gd name="connsiteY0" fmla="*/ 0 h 917994"/>
              <a:gd name="connsiteX1" fmla="*/ 915818 w 915818"/>
              <a:gd name="connsiteY1" fmla="*/ 72 h 917994"/>
              <a:gd name="connsiteX2" fmla="*/ 915818 w 915818"/>
              <a:gd name="connsiteY2" fmla="*/ 917994 h 917994"/>
              <a:gd name="connsiteX3" fmla="*/ 0 w 915818"/>
              <a:gd name="connsiteY3" fmla="*/ 917994 h 917994"/>
              <a:gd name="connsiteX4" fmla="*/ 914400 w 915818"/>
              <a:gd name="connsiteY4" fmla="*/ 0 h 917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18" h="917994">
                <a:moveTo>
                  <a:pt x="914400" y="0"/>
                </a:moveTo>
                <a:lnTo>
                  <a:pt x="915818" y="72"/>
                </a:lnTo>
                <a:lnTo>
                  <a:pt x="915818" y="917994"/>
                </a:lnTo>
                <a:lnTo>
                  <a:pt x="0" y="917994"/>
                </a:lnTo>
                <a:cubicBezTo>
                  <a:pt x="0" y="411000"/>
                  <a:pt x="409391" y="0"/>
                  <a:pt x="914400" y="0"/>
                </a:cubicBezTo>
                <a:close/>
              </a:path>
            </a:pathLst>
          </a:custGeom>
          <a:solidFill>
            <a:srgbClr val="33B1FF">
              <a:alpha val="60000"/>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sp>
        <p:nvSpPr>
          <p:cNvPr id="43" name="Oval 42">
            <a:extLst>
              <a:ext uri="{FF2B5EF4-FFF2-40B4-BE49-F238E27FC236}">
                <a16:creationId xmlns:a16="http://schemas.microsoft.com/office/drawing/2014/main" id="{12A65500-BA8D-33FB-E1D6-87F291F67795}"/>
              </a:ext>
            </a:extLst>
          </p:cNvPr>
          <p:cNvSpPr>
            <a:spLocks noChangeAspect="1"/>
          </p:cNvSpPr>
          <p:nvPr/>
        </p:nvSpPr>
        <p:spPr bwMode="auto">
          <a:xfrm>
            <a:off x="10017311" y="1631573"/>
            <a:ext cx="567670" cy="573672"/>
          </a:xfrm>
          <a:prstGeom prst="ellipse">
            <a:avLst/>
          </a:prstGeom>
          <a:solidFill>
            <a:srgbClr val="A56EFF">
              <a:alpha val="49955"/>
            </a:srgbClr>
          </a:solidFill>
          <a:ln w="38100" cap="rnd">
            <a:solidFill>
              <a:schemeClr val="tx1"/>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sp>
        <p:nvSpPr>
          <p:cNvPr id="44" name="Freeform 58">
            <a:extLst>
              <a:ext uri="{FF2B5EF4-FFF2-40B4-BE49-F238E27FC236}">
                <a16:creationId xmlns:a16="http://schemas.microsoft.com/office/drawing/2014/main" id="{2F39642F-AB25-ECB6-D716-D9DA3CBB5445}"/>
              </a:ext>
            </a:extLst>
          </p:cNvPr>
          <p:cNvSpPr/>
          <p:nvPr/>
        </p:nvSpPr>
        <p:spPr bwMode="auto">
          <a:xfrm>
            <a:off x="6966253" y="3459315"/>
            <a:ext cx="1523802" cy="1523802"/>
          </a:xfrm>
          <a:custGeom>
            <a:avLst/>
            <a:gdLst>
              <a:gd name="connsiteX0" fmla="*/ 1828800 w 1828800"/>
              <a:gd name="connsiteY0" fmla="*/ 0 h 1828800"/>
              <a:gd name="connsiteX1" fmla="*/ 1828800 w 1828800"/>
              <a:gd name="connsiteY1" fmla="*/ 457200 h 1828800"/>
              <a:gd name="connsiteX2" fmla="*/ 457200 w 1828800"/>
              <a:gd name="connsiteY2" fmla="*/ 1828800 h 1828800"/>
              <a:gd name="connsiteX3" fmla="*/ 0 w 1828800"/>
              <a:gd name="connsiteY3" fmla="*/ 1828800 h 1828800"/>
              <a:gd name="connsiteX4" fmla="*/ 18288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1828800" y="0"/>
                </a:moveTo>
                <a:lnTo>
                  <a:pt x="1828800" y="457200"/>
                </a:lnTo>
                <a:cubicBezTo>
                  <a:pt x="1071286" y="457200"/>
                  <a:pt x="457200" y="1071286"/>
                  <a:pt x="457200" y="1828800"/>
                </a:cubicBezTo>
                <a:lnTo>
                  <a:pt x="0" y="1828800"/>
                </a:lnTo>
                <a:cubicBezTo>
                  <a:pt x="0" y="818782"/>
                  <a:pt x="818782" y="0"/>
                  <a:pt x="1828800" y="0"/>
                </a:cubicBezTo>
                <a:close/>
              </a:path>
            </a:pathLst>
          </a:custGeom>
          <a:solidFill>
            <a:schemeClr val="accent1">
              <a:alpha val="40184"/>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sp>
        <p:nvSpPr>
          <p:cNvPr id="45" name="Freeform 61">
            <a:extLst>
              <a:ext uri="{FF2B5EF4-FFF2-40B4-BE49-F238E27FC236}">
                <a16:creationId xmlns:a16="http://schemas.microsoft.com/office/drawing/2014/main" id="{F3C7DDCD-CFD8-997A-43DF-C8C2D6286FE0}"/>
              </a:ext>
            </a:extLst>
          </p:cNvPr>
          <p:cNvSpPr/>
          <p:nvPr/>
        </p:nvSpPr>
        <p:spPr bwMode="auto">
          <a:xfrm rot="16200000">
            <a:off x="8778529" y="1921072"/>
            <a:ext cx="1523802" cy="1523802"/>
          </a:xfrm>
          <a:custGeom>
            <a:avLst/>
            <a:gdLst>
              <a:gd name="connsiteX0" fmla="*/ 1828800 w 1828800"/>
              <a:gd name="connsiteY0" fmla="*/ 0 h 1828800"/>
              <a:gd name="connsiteX1" fmla="*/ 1828800 w 1828800"/>
              <a:gd name="connsiteY1" fmla="*/ 457200 h 1828800"/>
              <a:gd name="connsiteX2" fmla="*/ 457200 w 1828800"/>
              <a:gd name="connsiteY2" fmla="*/ 1828800 h 1828800"/>
              <a:gd name="connsiteX3" fmla="*/ 0 w 1828800"/>
              <a:gd name="connsiteY3" fmla="*/ 1828800 h 1828800"/>
              <a:gd name="connsiteX4" fmla="*/ 18288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1828800" y="0"/>
                </a:moveTo>
                <a:lnTo>
                  <a:pt x="1828800" y="457200"/>
                </a:lnTo>
                <a:cubicBezTo>
                  <a:pt x="1071286" y="457200"/>
                  <a:pt x="457200" y="1071286"/>
                  <a:pt x="457200" y="1828800"/>
                </a:cubicBezTo>
                <a:lnTo>
                  <a:pt x="0" y="1828800"/>
                </a:lnTo>
                <a:cubicBezTo>
                  <a:pt x="0" y="818782"/>
                  <a:pt x="818782" y="0"/>
                  <a:pt x="1828800" y="0"/>
                </a:cubicBezTo>
                <a:close/>
              </a:path>
            </a:pathLst>
          </a:custGeom>
          <a:solidFill>
            <a:srgbClr val="A56EFF">
              <a:alpha val="35961"/>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sp>
        <p:nvSpPr>
          <p:cNvPr id="47" name="Freeform 62">
            <a:extLst>
              <a:ext uri="{FF2B5EF4-FFF2-40B4-BE49-F238E27FC236}">
                <a16:creationId xmlns:a16="http://schemas.microsoft.com/office/drawing/2014/main" id="{37BCCA95-7A36-5528-8659-BEC00C51923A}"/>
              </a:ext>
            </a:extLst>
          </p:cNvPr>
          <p:cNvSpPr/>
          <p:nvPr/>
        </p:nvSpPr>
        <p:spPr bwMode="auto">
          <a:xfrm rot="5400000">
            <a:off x="8486672" y="3453717"/>
            <a:ext cx="1523802" cy="1523802"/>
          </a:xfrm>
          <a:custGeom>
            <a:avLst/>
            <a:gdLst>
              <a:gd name="connsiteX0" fmla="*/ 1828800 w 1828800"/>
              <a:gd name="connsiteY0" fmla="*/ 0 h 1828800"/>
              <a:gd name="connsiteX1" fmla="*/ 1828800 w 1828800"/>
              <a:gd name="connsiteY1" fmla="*/ 457200 h 1828800"/>
              <a:gd name="connsiteX2" fmla="*/ 457200 w 1828800"/>
              <a:gd name="connsiteY2" fmla="*/ 1828800 h 1828800"/>
              <a:gd name="connsiteX3" fmla="*/ 0 w 1828800"/>
              <a:gd name="connsiteY3" fmla="*/ 1828800 h 1828800"/>
              <a:gd name="connsiteX4" fmla="*/ 1828800 w 1828800"/>
              <a:gd name="connsiteY4" fmla="*/ 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1828800" y="0"/>
                </a:moveTo>
                <a:lnTo>
                  <a:pt x="1828800" y="457200"/>
                </a:lnTo>
                <a:cubicBezTo>
                  <a:pt x="1071286" y="457200"/>
                  <a:pt x="457200" y="1071286"/>
                  <a:pt x="457200" y="1828800"/>
                </a:cubicBezTo>
                <a:lnTo>
                  <a:pt x="0" y="1828800"/>
                </a:lnTo>
                <a:cubicBezTo>
                  <a:pt x="0" y="818782"/>
                  <a:pt x="818782" y="0"/>
                  <a:pt x="1828800" y="0"/>
                </a:cubicBezTo>
                <a:close/>
              </a:path>
            </a:pathLst>
          </a:custGeom>
          <a:solidFill>
            <a:srgbClr val="A56EFF">
              <a:alpha val="59569"/>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sp>
        <p:nvSpPr>
          <p:cNvPr id="48" name="Freeform 70">
            <a:extLst>
              <a:ext uri="{FF2B5EF4-FFF2-40B4-BE49-F238E27FC236}">
                <a16:creationId xmlns:a16="http://schemas.microsoft.com/office/drawing/2014/main" id="{AD52CF8F-FCA2-E9EC-2EAC-976B1E1956E9}"/>
              </a:ext>
            </a:extLst>
          </p:cNvPr>
          <p:cNvSpPr/>
          <p:nvPr/>
        </p:nvSpPr>
        <p:spPr bwMode="auto">
          <a:xfrm rot="16200000" flipH="1">
            <a:off x="8774006" y="399396"/>
            <a:ext cx="1523802" cy="1523802"/>
          </a:xfrm>
          <a:custGeom>
            <a:avLst/>
            <a:gdLst>
              <a:gd name="connsiteX0" fmla="*/ 0 w 1828800"/>
              <a:gd name="connsiteY0" fmla="*/ 1828800 h 1828800"/>
              <a:gd name="connsiteX1" fmla="*/ 1828800 w 1828800"/>
              <a:gd name="connsiteY1" fmla="*/ 0 h 1828800"/>
              <a:gd name="connsiteX2" fmla="*/ 1828800 w 1828800"/>
              <a:gd name="connsiteY2" fmla="*/ 453542 h 1828800"/>
              <a:gd name="connsiteX3" fmla="*/ 1695003 w 1828800"/>
              <a:gd name="connsiteY3" fmla="*/ 460271 h 1828800"/>
              <a:gd name="connsiteX4" fmla="*/ 458799 w 1828800"/>
              <a:gd name="connsiteY4" fmla="*/ 1824790 h 1828800"/>
              <a:gd name="connsiteX5" fmla="*/ 459002 w 1828800"/>
              <a:gd name="connsiteY5" fmla="*/ 182880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1828800">
                <a:moveTo>
                  <a:pt x="0" y="1828800"/>
                </a:moveTo>
                <a:cubicBezTo>
                  <a:pt x="0" y="818782"/>
                  <a:pt x="818782" y="0"/>
                  <a:pt x="1828800" y="0"/>
                </a:cubicBezTo>
                <a:lnTo>
                  <a:pt x="1828800" y="453542"/>
                </a:lnTo>
                <a:lnTo>
                  <a:pt x="1695003" y="460271"/>
                </a:lnTo>
                <a:cubicBezTo>
                  <a:pt x="1000646" y="530511"/>
                  <a:pt x="458799" y="1114621"/>
                  <a:pt x="458799" y="1824790"/>
                </a:cubicBezTo>
                <a:lnTo>
                  <a:pt x="459002" y="1828800"/>
                </a:lnTo>
                <a:close/>
              </a:path>
            </a:pathLst>
          </a:custGeom>
          <a:solidFill>
            <a:srgbClr val="33B1FF">
              <a:alpha val="60000"/>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sp>
        <p:nvSpPr>
          <p:cNvPr id="49" name="Freeform 78">
            <a:extLst>
              <a:ext uri="{FF2B5EF4-FFF2-40B4-BE49-F238E27FC236}">
                <a16:creationId xmlns:a16="http://schemas.microsoft.com/office/drawing/2014/main" id="{1A7F87C8-6433-9198-FCF5-98FF59A7D752}"/>
              </a:ext>
            </a:extLst>
          </p:cNvPr>
          <p:cNvSpPr>
            <a:spLocks noChangeAspect="1"/>
          </p:cNvSpPr>
          <p:nvPr/>
        </p:nvSpPr>
        <p:spPr bwMode="auto">
          <a:xfrm rot="5400000">
            <a:off x="10302327" y="1157839"/>
            <a:ext cx="761901" cy="761901"/>
          </a:xfrm>
          <a:custGeom>
            <a:avLst/>
            <a:gdLst>
              <a:gd name="connsiteX0" fmla="*/ 914400 w 914400"/>
              <a:gd name="connsiteY0" fmla="*/ 0 h 914400"/>
              <a:gd name="connsiteX1" fmla="*/ 914400 w 914400"/>
              <a:gd name="connsiteY1" fmla="*/ 457691 h 914400"/>
              <a:gd name="connsiteX2" fmla="*/ 827124 w 914400"/>
              <a:gd name="connsiteY2" fmla="*/ 466489 h 914400"/>
              <a:gd name="connsiteX3" fmla="*/ 462066 w 914400"/>
              <a:gd name="connsiteY3" fmla="*/ 914400 h 914400"/>
              <a:gd name="connsiteX4" fmla="*/ 0 w 914400"/>
              <a:gd name="connsiteY4" fmla="*/ 914400 h 914400"/>
              <a:gd name="connsiteX5" fmla="*/ 914400 w 914400"/>
              <a:gd name="connsiteY5"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914400" y="0"/>
                </a:moveTo>
                <a:lnTo>
                  <a:pt x="914400" y="457691"/>
                </a:lnTo>
                <a:lnTo>
                  <a:pt x="827124" y="466489"/>
                </a:lnTo>
                <a:cubicBezTo>
                  <a:pt x="618786" y="509121"/>
                  <a:pt x="462066" y="693458"/>
                  <a:pt x="462066" y="914400"/>
                </a:cubicBezTo>
                <a:lnTo>
                  <a:pt x="0" y="914400"/>
                </a:lnTo>
                <a:cubicBezTo>
                  <a:pt x="0" y="409391"/>
                  <a:pt x="409391" y="0"/>
                  <a:pt x="914400" y="0"/>
                </a:cubicBezTo>
                <a:close/>
              </a:path>
            </a:pathLst>
          </a:custGeom>
          <a:solidFill>
            <a:schemeClr val="accent1">
              <a:alpha val="40402"/>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grpSp>
        <p:nvGrpSpPr>
          <p:cNvPr id="50" name="Group 49">
            <a:extLst>
              <a:ext uri="{FF2B5EF4-FFF2-40B4-BE49-F238E27FC236}">
                <a16:creationId xmlns:a16="http://schemas.microsoft.com/office/drawing/2014/main" id="{52D5F814-4AE8-4FD6-8564-44DD54A4FB7D}"/>
              </a:ext>
            </a:extLst>
          </p:cNvPr>
          <p:cNvGrpSpPr/>
          <p:nvPr/>
        </p:nvGrpSpPr>
        <p:grpSpPr>
          <a:xfrm>
            <a:off x="6583518" y="2159044"/>
            <a:ext cx="1333327" cy="1333327"/>
            <a:chOff x="7777298" y="2812847"/>
            <a:chExt cx="1829290" cy="1832147"/>
          </a:xfrm>
        </p:grpSpPr>
        <p:grpSp>
          <p:nvGrpSpPr>
            <p:cNvPr id="52" name="Group 51">
              <a:extLst>
                <a:ext uri="{FF2B5EF4-FFF2-40B4-BE49-F238E27FC236}">
                  <a16:creationId xmlns:a16="http://schemas.microsoft.com/office/drawing/2014/main" id="{FC2BFE08-61A6-4FCA-5CAF-119F107B6871}"/>
                </a:ext>
              </a:extLst>
            </p:cNvPr>
            <p:cNvGrpSpPr>
              <a:grpSpLocks noChangeAspect="1"/>
            </p:cNvGrpSpPr>
            <p:nvPr/>
          </p:nvGrpSpPr>
          <p:grpSpPr>
            <a:xfrm>
              <a:off x="7777298" y="3361197"/>
              <a:ext cx="1828800" cy="1283797"/>
              <a:chOff x="10151697" y="5431271"/>
              <a:chExt cx="1596525" cy="1120742"/>
            </a:xfrm>
          </p:grpSpPr>
          <p:sp>
            <p:nvSpPr>
              <p:cNvPr id="54" name="Oval 53">
                <a:extLst>
                  <a:ext uri="{FF2B5EF4-FFF2-40B4-BE49-F238E27FC236}">
                    <a16:creationId xmlns:a16="http://schemas.microsoft.com/office/drawing/2014/main" id="{6F94EE5C-2DCA-8B82-365C-A646DD04FB46}"/>
                  </a:ext>
                </a:extLst>
              </p:cNvPr>
              <p:cNvSpPr>
                <a:spLocks noChangeAspect="1"/>
              </p:cNvSpPr>
              <p:nvPr/>
            </p:nvSpPr>
            <p:spPr bwMode="auto">
              <a:xfrm rot="18900000" flipH="1">
                <a:off x="10633301" y="5431271"/>
                <a:ext cx="611581" cy="611581"/>
              </a:xfrm>
              <a:prstGeom prst="ellipse">
                <a:avLst/>
              </a:prstGeom>
              <a:solidFill>
                <a:srgbClr val="A56EFF">
                  <a:alpha val="49955"/>
                </a:srgbClr>
              </a:solidFill>
              <a:ln w="38100" cap="rnd">
                <a:solidFill>
                  <a:schemeClr val="tx1"/>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sp>
            <p:nvSpPr>
              <p:cNvPr id="55" name="Freeform 8">
                <a:extLst>
                  <a:ext uri="{FF2B5EF4-FFF2-40B4-BE49-F238E27FC236}">
                    <a16:creationId xmlns:a16="http://schemas.microsoft.com/office/drawing/2014/main" id="{1C89C440-E5EA-5258-A938-0A650A4C04A6}"/>
                  </a:ext>
                </a:extLst>
              </p:cNvPr>
              <p:cNvSpPr>
                <a:spLocks noChangeAspect="1"/>
              </p:cNvSpPr>
              <p:nvPr/>
            </p:nvSpPr>
            <p:spPr bwMode="auto">
              <a:xfrm flipH="1" flipV="1">
                <a:off x="10151697" y="5753751"/>
                <a:ext cx="1596525" cy="798262"/>
              </a:xfrm>
              <a:custGeom>
                <a:avLst/>
                <a:gdLst>
                  <a:gd name="connsiteX0" fmla="*/ 914400 w 1828800"/>
                  <a:gd name="connsiteY0" fmla="*/ 0 h 914400"/>
                  <a:gd name="connsiteX1" fmla="*/ 1828800 w 1828800"/>
                  <a:gd name="connsiteY1" fmla="*/ 914400 h 914400"/>
                  <a:gd name="connsiteX2" fmla="*/ 0 w 1828800"/>
                  <a:gd name="connsiteY2" fmla="*/ 914400 h 914400"/>
                  <a:gd name="connsiteX3" fmla="*/ 914400 w 1828800"/>
                  <a:gd name="connsiteY3" fmla="*/ 0 h 914400"/>
                </a:gdLst>
                <a:ahLst/>
                <a:cxnLst>
                  <a:cxn ang="0">
                    <a:pos x="connsiteX0" y="connsiteY0"/>
                  </a:cxn>
                  <a:cxn ang="0">
                    <a:pos x="connsiteX1" y="connsiteY1"/>
                  </a:cxn>
                  <a:cxn ang="0">
                    <a:pos x="connsiteX2" y="connsiteY2"/>
                  </a:cxn>
                  <a:cxn ang="0">
                    <a:pos x="connsiteX3" y="connsiteY3"/>
                  </a:cxn>
                </a:cxnLst>
                <a:rect l="l" t="t" r="r" b="b"/>
                <a:pathLst>
                  <a:path w="1828800" h="914400">
                    <a:moveTo>
                      <a:pt x="914400" y="0"/>
                    </a:moveTo>
                    <a:cubicBezTo>
                      <a:pt x="1419409" y="0"/>
                      <a:pt x="1828800" y="409391"/>
                      <a:pt x="1828800" y="914400"/>
                    </a:cubicBezTo>
                    <a:lnTo>
                      <a:pt x="0" y="914400"/>
                    </a:lnTo>
                    <a:cubicBezTo>
                      <a:pt x="0" y="409391"/>
                      <a:pt x="409391" y="0"/>
                      <a:pt x="914400" y="0"/>
                    </a:cubicBezTo>
                    <a:close/>
                  </a:path>
                </a:pathLst>
              </a:custGeom>
              <a:solidFill>
                <a:schemeClr val="accent1">
                  <a:alpha val="3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grpSp>
        <p:sp>
          <p:nvSpPr>
            <p:cNvPr id="53" name="Freeform 84">
              <a:extLst>
                <a:ext uri="{FF2B5EF4-FFF2-40B4-BE49-F238E27FC236}">
                  <a16:creationId xmlns:a16="http://schemas.microsoft.com/office/drawing/2014/main" id="{679DE514-48A3-3D8B-6D19-D71BFC581F19}"/>
                </a:ext>
              </a:extLst>
            </p:cNvPr>
            <p:cNvSpPr/>
            <p:nvPr/>
          </p:nvSpPr>
          <p:spPr bwMode="auto">
            <a:xfrm flipH="1">
              <a:off x="8690770" y="2812847"/>
              <a:ext cx="915818" cy="917994"/>
            </a:xfrm>
            <a:custGeom>
              <a:avLst/>
              <a:gdLst>
                <a:gd name="connsiteX0" fmla="*/ 914400 w 915818"/>
                <a:gd name="connsiteY0" fmla="*/ 0 h 917994"/>
                <a:gd name="connsiteX1" fmla="*/ 915818 w 915818"/>
                <a:gd name="connsiteY1" fmla="*/ 72 h 917994"/>
                <a:gd name="connsiteX2" fmla="*/ 915818 w 915818"/>
                <a:gd name="connsiteY2" fmla="*/ 917994 h 917994"/>
                <a:gd name="connsiteX3" fmla="*/ 0 w 915818"/>
                <a:gd name="connsiteY3" fmla="*/ 917994 h 917994"/>
                <a:gd name="connsiteX4" fmla="*/ 914400 w 915818"/>
                <a:gd name="connsiteY4" fmla="*/ 0 h 917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18" h="917994">
                  <a:moveTo>
                    <a:pt x="914400" y="0"/>
                  </a:moveTo>
                  <a:lnTo>
                    <a:pt x="915818" y="72"/>
                  </a:lnTo>
                  <a:lnTo>
                    <a:pt x="915818" y="917994"/>
                  </a:lnTo>
                  <a:lnTo>
                    <a:pt x="0" y="917994"/>
                  </a:lnTo>
                  <a:cubicBezTo>
                    <a:pt x="0" y="411000"/>
                    <a:pt x="409391" y="0"/>
                    <a:pt x="914400" y="0"/>
                  </a:cubicBezTo>
                  <a:close/>
                </a:path>
              </a:pathLst>
            </a:custGeom>
            <a:solidFill>
              <a:srgbClr val="33B1FF">
                <a:alpha val="49844"/>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grpSp>
      <p:sp>
        <p:nvSpPr>
          <p:cNvPr id="56" name="Freeform 100">
            <a:extLst>
              <a:ext uri="{FF2B5EF4-FFF2-40B4-BE49-F238E27FC236}">
                <a16:creationId xmlns:a16="http://schemas.microsoft.com/office/drawing/2014/main" id="{98C2A9EA-66DE-4262-87FF-77EE43629B81}"/>
              </a:ext>
            </a:extLst>
          </p:cNvPr>
          <p:cNvSpPr/>
          <p:nvPr/>
        </p:nvSpPr>
        <p:spPr bwMode="auto">
          <a:xfrm rot="5400000">
            <a:off x="8486671" y="3453051"/>
            <a:ext cx="1523802" cy="1523802"/>
          </a:xfrm>
          <a:custGeom>
            <a:avLst/>
            <a:gdLst>
              <a:gd name="connsiteX0" fmla="*/ 914400 w 914400"/>
              <a:gd name="connsiteY0" fmla="*/ 0 h 914400"/>
              <a:gd name="connsiteX1" fmla="*/ 914400 w 914400"/>
              <a:gd name="connsiteY1" fmla="*/ 914400 h 914400"/>
              <a:gd name="connsiteX2" fmla="*/ 0 w 914400"/>
              <a:gd name="connsiteY2" fmla="*/ 914400 h 914400"/>
              <a:gd name="connsiteX3" fmla="*/ 914400 w 914400"/>
              <a:gd name="connsiteY3" fmla="*/ 0 h 914400"/>
            </a:gdLst>
            <a:ahLst/>
            <a:cxnLst>
              <a:cxn ang="0">
                <a:pos x="connsiteX0" y="connsiteY0"/>
              </a:cxn>
              <a:cxn ang="0">
                <a:pos x="connsiteX1" y="connsiteY1"/>
              </a:cxn>
              <a:cxn ang="0">
                <a:pos x="connsiteX2" y="connsiteY2"/>
              </a:cxn>
              <a:cxn ang="0">
                <a:pos x="connsiteX3" y="connsiteY3"/>
              </a:cxn>
            </a:cxnLst>
            <a:rect l="l" t="t" r="r" b="b"/>
            <a:pathLst>
              <a:path w="914400" h="914400">
                <a:moveTo>
                  <a:pt x="914400" y="0"/>
                </a:moveTo>
                <a:lnTo>
                  <a:pt x="914400" y="914400"/>
                </a:lnTo>
                <a:lnTo>
                  <a:pt x="0" y="914400"/>
                </a:lnTo>
                <a:cubicBezTo>
                  <a:pt x="0" y="409391"/>
                  <a:pt x="409391" y="0"/>
                  <a:pt x="914400" y="0"/>
                </a:cubicBezTo>
                <a:close/>
              </a:path>
            </a:pathLst>
          </a:custGeom>
          <a:solidFill>
            <a:srgbClr val="CDE3F5">
              <a:alpha val="70128"/>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sp>
        <p:nvSpPr>
          <p:cNvPr id="57" name="Freeform 102">
            <a:extLst>
              <a:ext uri="{FF2B5EF4-FFF2-40B4-BE49-F238E27FC236}">
                <a16:creationId xmlns:a16="http://schemas.microsoft.com/office/drawing/2014/main" id="{A917267B-B448-0705-6B17-33E1D21B2C32}"/>
              </a:ext>
            </a:extLst>
          </p:cNvPr>
          <p:cNvSpPr/>
          <p:nvPr/>
        </p:nvSpPr>
        <p:spPr bwMode="auto">
          <a:xfrm>
            <a:off x="7731866" y="4216284"/>
            <a:ext cx="1523802" cy="761901"/>
          </a:xfrm>
          <a:custGeom>
            <a:avLst/>
            <a:gdLst>
              <a:gd name="connsiteX0" fmla="*/ 914400 w 1828800"/>
              <a:gd name="connsiteY0" fmla="*/ 0 h 914400"/>
              <a:gd name="connsiteX1" fmla="*/ 1828800 w 1828800"/>
              <a:gd name="connsiteY1" fmla="*/ 914400 h 914400"/>
              <a:gd name="connsiteX2" fmla="*/ 0 w 1828800"/>
              <a:gd name="connsiteY2" fmla="*/ 914400 h 914400"/>
              <a:gd name="connsiteX3" fmla="*/ 914400 w 1828800"/>
              <a:gd name="connsiteY3" fmla="*/ 0 h 914400"/>
            </a:gdLst>
            <a:ahLst/>
            <a:cxnLst>
              <a:cxn ang="0">
                <a:pos x="connsiteX0" y="connsiteY0"/>
              </a:cxn>
              <a:cxn ang="0">
                <a:pos x="connsiteX1" y="connsiteY1"/>
              </a:cxn>
              <a:cxn ang="0">
                <a:pos x="connsiteX2" y="connsiteY2"/>
              </a:cxn>
              <a:cxn ang="0">
                <a:pos x="connsiteX3" y="connsiteY3"/>
              </a:cxn>
            </a:cxnLst>
            <a:rect l="l" t="t" r="r" b="b"/>
            <a:pathLst>
              <a:path w="1828800" h="914400">
                <a:moveTo>
                  <a:pt x="914400" y="0"/>
                </a:moveTo>
                <a:cubicBezTo>
                  <a:pt x="1419409" y="0"/>
                  <a:pt x="1828800" y="409391"/>
                  <a:pt x="1828800" y="914400"/>
                </a:cubicBezTo>
                <a:lnTo>
                  <a:pt x="0" y="914400"/>
                </a:lnTo>
                <a:cubicBezTo>
                  <a:pt x="0" y="409391"/>
                  <a:pt x="409391" y="0"/>
                  <a:pt x="914400" y="0"/>
                </a:cubicBezTo>
                <a:close/>
              </a:path>
            </a:pathLst>
          </a:custGeom>
          <a:solidFill>
            <a:srgbClr val="33B1FF">
              <a:alpha val="60000"/>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sp>
        <p:nvSpPr>
          <p:cNvPr id="58" name="Freeform 106">
            <a:extLst>
              <a:ext uri="{FF2B5EF4-FFF2-40B4-BE49-F238E27FC236}">
                <a16:creationId xmlns:a16="http://schemas.microsoft.com/office/drawing/2014/main" id="{5D073D24-077A-D0A9-F333-2C6913DD865F}"/>
              </a:ext>
            </a:extLst>
          </p:cNvPr>
          <p:cNvSpPr/>
          <p:nvPr/>
        </p:nvSpPr>
        <p:spPr bwMode="auto">
          <a:xfrm rot="10800000">
            <a:off x="8486673" y="4978185"/>
            <a:ext cx="1523802" cy="1523802"/>
          </a:xfrm>
          <a:custGeom>
            <a:avLst/>
            <a:gdLst>
              <a:gd name="connsiteX0" fmla="*/ 914400 w 914400"/>
              <a:gd name="connsiteY0" fmla="*/ 0 h 914400"/>
              <a:gd name="connsiteX1" fmla="*/ 914400 w 914400"/>
              <a:gd name="connsiteY1" fmla="*/ 914400 h 914400"/>
              <a:gd name="connsiteX2" fmla="*/ 0 w 914400"/>
              <a:gd name="connsiteY2" fmla="*/ 914400 h 914400"/>
              <a:gd name="connsiteX3" fmla="*/ 914400 w 914400"/>
              <a:gd name="connsiteY3" fmla="*/ 0 h 914400"/>
            </a:gdLst>
            <a:ahLst/>
            <a:cxnLst>
              <a:cxn ang="0">
                <a:pos x="connsiteX0" y="connsiteY0"/>
              </a:cxn>
              <a:cxn ang="0">
                <a:pos x="connsiteX1" y="connsiteY1"/>
              </a:cxn>
              <a:cxn ang="0">
                <a:pos x="connsiteX2" y="connsiteY2"/>
              </a:cxn>
              <a:cxn ang="0">
                <a:pos x="connsiteX3" y="connsiteY3"/>
              </a:cxn>
            </a:cxnLst>
            <a:rect l="l" t="t" r="r" b="b"/>
            <a:pathLst>
              <a:path w="914400" h="914400">
                <a:moveTo>
                  <a:pt x="914400" y="0"/>
                </a:moveTo>
                <a:lnTo>
                  <a:pt x="914400" y="914400"/>
                </a:lnTo>
                <a:lnTo>
                  <a:pt x="0" y="914400"/>
                </a:lnTo>
                <a:cubicBezTo>
                  <a:pt x="0" y="409391"/>
                  <a:pt x="409391" y="0"/>
                  <a:pt x="914400" y="0"/>
                </a:cubicBezTo>
                <a:close/>
              </a:path>
            </a:pathLst>
          </a:custGeom>
          <a:solidFill>
            <a:schemeClr val="accent1">
              <a:alpha val="19967"/>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sp>
        <p:nvSpPr>
          <p:cNvPr id="59" name="Freeform 112">
            <a:extLst>
              <a:ext uri="{FF2B5EF4-FFF2-40B4-BE49-F238E27FC236}">
                <a16:creationId xmlns:a16="http://schemas.microsoft.com/office/drawing/2014/main" id="{6701E5F2-4545-CBC6-0625-91DC9B08D956}"/>
              </a:ext>
            </a:extLst>
          </p:cNvPr>
          <p:cNvSpPr/>
          <p:nvPr/>
        </p:nvSpPr>
        <p:spPr bwMode="auto">
          <a:xfrm rot="10800000">
            <a:off x="7729894" y="4978184"/>
            <a:ext cx="1523802" cy="761901"/>
          </a:xfrm>
          <a:custGeom>
            <a:avLst/>
            <a:gdLst>
              <a:gd name="connsiteX0" fmla="*/ 914400 w 1828800"/>
              <a:gd name="connsiteY0" fmla="*/ 0 h 914400"/>
              <a:gd name="connsiteX1" fmla="*/ 1828800 w 1828800"/>
              <a:gd name="connsiteY1" fmla="*/ 914400 h 914400"/>
              <a:gd name="connsiteX2" fmla="*/ 0 w 1828800"/>
              <a:gd name="connsiteY2" fmla="*/ 914400 h 914400"/>
              <a:gd name="connsiteX3" fmla="*/ 914400 w 1828800"/>
              <a:gd name="connsiteY3" fmla="*/ 0 h 914400"/>
            </a:gdLst>
            <a:ahLst/>
            <a:cxnLst>
              <a:cxn ang="0">
                <a:pos x="connsiteX0" y="connsiteY0"/>
              </a:cxn>
              <a:cxn ang="0">
                <a:pos x="connsiteX1" y="connsiteY1"/>
              </a:cxn>
              <a:cxn ang="0">
                <a:pos x="connsiteX2" y="connsiteY2"/>
              </a:cxn>
              <a:cxn ang="0">
                <a:pos x="connsiteX3" y="connsiteY3"/>
              </a:cxn>
            </a:cxnLst>
            <a:rect l="l" t="t" r="r" b="b"/>
            <a:pathLst>
              <a:path w="1828800" h="914400">
                <a:moveTo>
                  <a:pt x="914400" y="0"/>
                </a:moveTo>
                <a:cubicBezTo>
                  <a:pt x="1419409" y="0"/>
                  <a:pt x="1828800" y="409391"/>
                  <a:pt x="1828800" y="914400"/>
                </a:cubicBezTo>
                <a:lnTo>
                  <a:pt x="0" y="914400"/>
                </a:lnTo>
                <a:cubicBezTo>
                  <a:pt x="0" y="409391"/>
                  <a:pt x="409391" y="0"/>
                  <a:pt x="914400" y="0"/>
                </a:cubicBezTo>
                <a:close/>
              </a:path>
            </a:pathLst>
          </a:custGeom>
          <a:solidFill>
            <a:schemeClr val="bg1">
              <a:alpha val="40065"/>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noAutofit/>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sp>
        <p:nvSpPr>
          <p:cNvPr id="60" name="Oval 59">
            <a:extLst>
              <a:ext uri="{FF2B5EF4-FFF2-40B4-BE49-F238E27FC236}">
                <a16:creationId xmlns:a16="http://schemas.microsoft.com/office/drawing/2014/main" id="{87B8127C-6859-AB35-60CB-79756DD4AE99}"/>
              </a:ext>
            </a:extLst>
          </p:cNvPr>
          <p:cNvSpPr>
            <a:spLocks noChangeAspect="1"/>
          </p:cNvSpPr>
          <p:nvPr/>
        </p:nvSpPr>
        <p:spPr bwMode="auto">
          <a:xfrm>
            <a:off x="8200960" y="4696282"/>
            <a:ext cx="571426" cy="571426"/>
          </a:xfrm>
          <a:prstGeom prst="ellipse">
            <a:avLst/>
          </a:prstGeom>
          <a:solidFill>
            <a:srgbClr val="A56EFF">
              <a:alpha val="49955"/>
            </a:srgbClr>
          </a:solidFill>
          <a:ln w="38100" cap="rnd">
            <a:solidFill>
              <a:schemeClr val="tx1"/>
            </a:solidFill>
            <a:prstDash val="sysDot"/>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grpSp>
        <p:nvGrpSpPr>
          <p:cNvPr id="61" name="Group 60">
            <a:extLst>
              <a:ext uri="{FF2B5EF4-FFF2-40B4-BE49-F238E27FC236}">
                <a16:creationId xmlns:a16="http://schemas.microsoft.com/office/drawing/2014/main" id="{A424EEA2-99FC-5460-541F-63F697CC4FD9}"/>
              </a:ext>
            </a:extLst>
          </p:cNvPr>
          <p:cNvGrpSpPr/>
          <p:nvPr/>
        </p:nvGrpSpPr>
        <p:grpSpPr>
          <a:xfrm flipH="1">
            <a:off x="8680344" y="3051224"/>
            <a:ext cx="3885696" cy="3885694"/>
            <a:chOff x="14169193" y="7723652"/>
            <a:chExt cx="4663442" cy="4663440"/>
          </a:xfrm>
        </p:grpSpPr>
        <p:pic>
          <p:nvPicPr>
            <p:cNvPr id="62" name="Graphic 61">
              <a:extLst>
                <a:ext uri="{FF2B5EF4-FFF2-40B4-BE49-F238E27FC236}">
                  <a16:creationId xmlns:a16="http://schemas.microsoft.com/office/drawing/2014/main" id="{5D9C1D3B-45BD-B1F3-8EAB-81EC69FEB226}"/>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33710" t="28599" r="46682" b="59963"/>
            <a:stretch>
              <a:fillRect/>
            </a:stretch>
          </p:blipFill>
          <p:spPr>
            <a:xfrm flipV="1">
              <a:off x="15745968" y="10134600"/>
              <a:ext cx="914400" cy="533401"/>
            </a:xfrm>
            <a:custGeom>
              <a:avLst/>
              <a:gdLst>
                <a:gd name="connsiteX0" fmla="*/ 0 w 914400"/>
                <a:gd name="connsiteY0" fmla="*/ 533401 h 533401"/>
                <a:gd name="connsiteX1" fmla="*/ 914400 w 914400"/>
                <a:gd name="connsiteY1" fmla="*/ 533401 h 533401"/>
                <a:gd name="connsiteX2" fmla="*/ 914400 w 914400"/>
                <a:gd name="connsiteY2" fmla="*/ 0 h 533401"/>
                <a:gd name="connsiteX3" fmla="*/ 0 w 914400"/>
                <a:gd name="connsiteY3" fmla="*/ 0 h 533401"/>
              </a:gdLst>
              <a:ahLst/>
              <a:cxnLst>
                <a:cxn ang="0">
                  <a:pos x="connsiteX0" y="connsiteY0"/>
                </a:cxn>
                <a:cxn ang="0">
                  <a:pos x="connsiteX1" y="connsiteY1"/>
                </a:cxn>
                <a:cxn ang="0">
                  <a:pos x="connsiteX2" y="connsiteY2"/>
                </a:cxn>
                <a:cxn ang="0">
                  <a:pos x="connsiteX3" y="connsiteY3"/>
                </a:cxn>
              </a:cxnLst>
              <a:rect l="l" t="t" r="r" b="b"/>
              <a:pathLst>
                <a:path w="914400" h="533401">
                  <a:moveTo>
                    <a:pt x="0" y="533401"/>
                  </a:moveTo>
                  <a:lnTo>
                    <a:pt x="914400" y="533401"/>
                  </a:lnTo>
                  <a:lnTo>
                    <a:pt x="914400" y="0"/>
                  </a:lnTo>
                  <a:lnTo>
                    <a:pt x="0" y="0"/>
                  </a:lnTo>
                  <a:close/>
                </a:path>
              </a:pathLst>
            </a:custGeom>
          </p:spPr>
        </p:pic>
        <p:pic>
          <p:nvPicPr>
            <p:cNvPr id="63" name="Graphic 62">
              <a:extLst>
                <a:ext uri="{FF2B5EF4-FFF2-40B4-BE49-F238E27FC236}">
                  <a16:creationId xmlns:a16="http://schemas.microsoft.com/office/drawing/2014/main" id="{16ACD64F-4506-D1DD-FB42-D05CA025A4F4}"/>
                </a:ext>
              </a:extLst>
            </p:cNvPr>
            <p:cNvPicPr>
              <a:picLocks noChangeAspect="1"/>
            </p:cNvPicPr>
            <p:nvPr/>
          </p:nvPicPr>
          <p:blipFill>
            <a:blip>
              <a:extLst>
                <a:ext uri="{96DAC541-7B7A-43D3-8B79-37D633B846F1}">
                  <asvg:svgBlip xmlns:asvg="http://schemas.microsoft.com/office/drawing/2016/SVG/main" r:embed="rId6"/>
                </a:ext>
              </a:extLst>
            </a:blip>
            <a:srcRect/>
            <a:stretch>
              <a:fillRect/>
            </a:stretch>
          </p:blipFill>
          <p:spPr>
            <a:xfrm flipV="1">
              <a:off x="14169193" y="7723652"/>
              <a:ext cx="4663442" cy="4663440"/>
            </a:xfrm>
            <a:custGeom>
              <a:avLst/>
              <a:gdLst>
                <a:gd name="connsiteX0" fmla="*/ 1267245 w 4663442"/>
                <a:gd name="connsiteY0" fmla="*/ 2248113 h 4663440"/>
                <a:gd name="connsiteX1" fmla="*/ 1267245 w 4663442"/>
                <a:gd name="connsiteY1" fmla="*/ 1867114 h 4663440"/>
                <a:gd name="connsiteX2" fmla="*/ 1529462 w 4663442"/>
                <a:gd name="connsiteY2" fmla="*/ 1867114 h 4663440"/>
                <a:gd name="connsiteX3" fmla="*/ 1529462 w 4663442"/>
                <a:gd name="connsiteY3" fmla="*/ 1293493 h 4663440"/>
                <a:gd name="connsiteX4" fmla="*/ 2443862 w 4663442"/>
                <a:gd name="connsiteY4" fmla="*/ 1293493 h 4663440"/>
                <a:gd name="connsiteX5" fmla="*/ 2443862 w 4663442"/>
                <a:gd name="connsiteY5" fmla="*/ 1867114 h 4663440"/>
                <a:gd name="connsiteX6" fmla="*/ 3172246 w 4663442"/>
                <a:gd name="connsiteY6" fmla="*/ 1867114 h 4663440"/>
                <a:gd name="connsiteX7" fmla="*/ 3172246 w 4663442"/>
                <a:gd name="connsiteY7" fmla="*/ 2248113 h 4663440"/>
                <a:gd name="connsiteX8" fmla="*/ 0 w 4663442"/>
                <a:gd name="connsiteY8" fmla="*/ 4663440 h 4663440"/>
                <a:gd name="connsiteX9" fmla="*/ 4663442 w 4663442"/>
                <a:gd name="connsiteY9" fmla="*/ 4663440 h 4663440"/>
                <a:gd name="connsiteX10" fmla="*/ 4663442 w 4663442"/>
                <a:gd name="connsiteY10" fmla="*/ 0 h 4663440"/>
                <a:gd name="connsiteX11" fmla="*/ 1041913 w 4663442"/>
                <a:gd name="connsiteY11" fmla="*/ 0 h 4663440"/>
                <a:gd name="connsiteX12" fmla="*/ 1041913 w 4663442"/>
                <a:gd name="connsiteY12" fmla="*/ 3170725 h 4663440"/>
                <a:gd name="connsiteX13" fmla="*/ 37901 w 4663442"/>
                <a:gd name="connsiteY13" fmla="*/ 3170725 h 4663440"/>
                <a:gd name="connsiteX14" fmla="*/ 37901 w 4663442"/>
                <a:gd name="connsiteY14" fmla="*/ 0 h 4663440"/>
                <a:gd name="connsiteX15" fmla="*/ 0 w 4663442"/>
                <a:gd name="connsiteY15" fmla="*/ 0 h 466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63442" h="4663440">
                  <a:moveTo>
                    <a:pt x="1267245" y="2248113"/>
                  </a:moveTo>
                  <a:lnTo>
                    <a:pt x="1267245" y="1867114"/>
                  </a:lnTo>
                  <a:lnTo>
                    <a:pt x="1529462" y="1867114"/>
                  </a:lnTo>
                  <a:lnTo>
                    <a:pt x="1529462" y="1293493"/>
                  </a:lnTo>
                  <a:lnTo>
                    <a:pt x="2443862" y="1293493"/>
                  </a:lnTo>
                  <a:lnTo>
                    <a:pt x="2443862" y="1867114"/>
                  </a:lnTo>
                  <a:lnTo>
                    <a:pt x="3172246" y="1867114"/>
                  </a:lnTo>
                  <a:lnTo>
                    <a:pt x="3172246" y="2248113"/>
                  </a:lnTo>
                  <a:close/>
                  <a:moveTo>
                    <a:pt x="0" y="4663440"/>
                  </a:moveTo>
                  <a:lnTo>
                    <a:pt x="4663442" y="4663440"/>
                  </a:lnTo>
                  <a:lnTo>
                    <a:pt x="4663442" y="0"/>
                  </a:lnTo>
                  <a:lnTo>
                    <a:pt x="1041913" y="0"/>
                  </a:lnTo>
                  <a:lnTo>
                    <a:pt x="1041913" y="3170725"/>
                  </a:lnTo>
                  <a:lnTo>
                    <a:pt x="37901" y="3170725"/>
                  </a:lnTo>
                  <a:lnTo>
                    <a:pt x="37901" y="0"/>
                  </a:lnTo>
                  <a:lnTo>
                    <a:pt x="0" y="0"/>
                  </a:lnTo>
                  <a:close/>
                </a:path>
              </a:pathLst>
            </a:custGeom>
          </p:spPr>
        </p:pic>
      </p:grpSp>
      <p:sp>
        <p:nvSpPr>
          <p:cNvPr id="2" name="Pentagon 13">
            <a:hlinkClick r:id="" action="ppaction://noaction"/>
            <a:extLst>
              <a:ext uri="{FF2B5EF4-FFF2-40B4-BE49-F238E27FC236}">
                <a16:creationId xmlns:a16="http://schemas.microsoft.com/office/drawing/2014/main" id="{3827AC83-D0BE-D631-A531-B4AD8DC43DCB}"/>
              </a:ext>
            </a:extLst>
          </p:cNvPr>
          <p:cNvSpPr/>
          <p:nvPr/>
        </p:nvSpPr>
        <p:spPr bwMode="auto">
          <a:xfrm rot="16200000">
            <a:off x="2748411" y="6618214"/>
            <a:ext cx="112357" cy="112357"/>
          </a:xfrm>
          <a:prstGeom prst="homePlate">
            <a:avLst/>
          </a:prstGeom>
          <a:noFill/>
          <a:ln w="9525">
            <a:solidFill>
              <a:schemeClr val="bg1">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6190" tIns="76190" rIns="76190" bIns="76190" numCol="1" rtlCol="0" anchor="t" anchorCtr="0" compatLnSpc="1">
            <a:prstTxWarp prst="textNoShape">
              <a:avLst/>
            </a:prstTxWarp>
          </a:bodyPr>
          <a:lstStyle/>
          <a:p>
            <a:pPr defTabSz="761939" fontAlgn="base">
              <a:spcBef>
                <a:spcPct val="0"/>
              </a:spcBef>
              <a:spcAft>
                <a:spcPct val="0"/>
              </a:spcAft>
              <a:defRPr/>
            </a:pPr>
            <a:endParaRPr lang="en-US" sz="1167">
              <a:solidFill>
                <a:srgbClr val="FFFFFF"/>
              </a:solidFill>
              <a:latin typeface="IBM Plex Sans Light" panose="020B0403050203000203" pitchFamily="34" charset="0"/>
              <a:sym typeface="IBM Plex Sans Light" panose="020B0403050203000203" pitchFamily="34" charset="0"/>
            </a:endParaRPr>
          </a:p>
        </p:txBody>
      </p:sp>
    </p:spTree>
    <p:extLst>
      <p:ext uri="{BB962C8B-B14F-4D97-AF65-F5344CB8AC3E}">
        <p14:creationId xmlns:p14="http://schemas.microsoft.com/office/powerpoint/2010/main" val="1059201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706BF-49F5-CAC0-B1C6-0742EDD4304D}"/>
              </a:ext>
            </a:extLst>
          </p:cNvPr>
          <p:cNvSpPr>
            <a:spLocks noGrp="1"/>
          </p:cNvSpPr>
          <p:nvPr>
            <p:ph type="title"/>
          </p:nvPr>
        </p:nvSpPr>
        <p:spPr>
          <a:xfrm>
            <a:off x="370200" y="245125"/>
            <a:ext cx="10515600" cy="1325563"/>
          </a:xfrm>
          <a:ln w="12700">
            <a:miter lim="400000"/>
          </a:ln>
        </p:spPr>
        <p:txBody>
          <a:bodyPr lIns="0" tIns="0" rIns="0" bIns="0" anchor="t"/>
          <a:lstStyle/>
          <a:p>
            <a:pPr defTabSz="2438400"/>
            <a:r>
              <a:rPr lang="en-IN" sz="3200" dirty="0">
                <a:latin typeface="IBM Plex Sans Light"/>
                <a:ea typeface="+mn-ea"/>
                <a:cs typeface="+mn-cs"/>
              </a:rPr>
              <a:t>OBJECTIVE</a:t>
            </a:r>
          </a:p>
        </p:txBody>
      </p:sp>
      <p:sp>
        <p:nvSpPr>
          <p:cNvPr id="5" name="TextBox 4">
            <a:extLst>
              <a:ext uri="{FF2B5EF4-FFF2-40B4-BE49-F238E27FC236}">
                <a16:creationId xmlns:a16="http://schemas.microsoft.com/office/drawing/2014/main" id="{A8FEA6BE-4F69-00A1-31D1-363E32665005}"/>
              </a:ext>
            </a:extLst>
          </p:cNvPr>
          <p:cNvSpPr txBox="1"/>
          <p:nvPr/>
        </p:nvSpPr>
        <p:spPr>
          <a:xfrm>
            <a:off x="609600" y="1480931"/>
            <a:ext cx="10830339" cy="41088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r>
              <a:rPr lang="en-IN" sz="1600" dirty="0">
                <a:solidFill>
                  <a:srgbClr val="000000"/>
                </a:solidFill>
                <a:latin typeface="IBM Plex Sans"/>
              </a:rPr>
              <a:t>This capstone project is your opportunity to move beyond theory and </a:t>
            </a:r>
            <a:r>
              <a:rPr lang="en-IN" sz="1600" b="1" dirty="0">
                <a:solidFill>
                  <a:srgbClr val="000000"/>
                </a:solidFill>
                <a:latin typeface="IBM Plex Sans"/>
              </a:rPr>
              <a:t>apply AI in a real development workflow</a:t>
            </a:r>
            <a:r>
              <a:rPr lang="en-IN" sz="1600" dirty="0">
                <a:solidFill>
                  <a:srgbClr val="000000"/>
                </a:solidFill>
                <a:latin typeface="IBM Plex Sans"/>
              </a:rPr>
              <a:t>.</a:t>
            </a:r>
            <a:br>
              <a:rPr lang="en-IN" sz="1600" dirty="0">
                <a:solidFill>
                  <a:srgbClr val="000000"/>
                </a:solidFill>
                <a:latin typeface="IBM Plex Sans"/>
              </a:rPr>
            </a:br>
            <a:r>
              <a:rPr lang="en-IN" sz="1600" dirty="0">
                <a:solidFill>
                  <a:srgbClr val="000000"/>
                </a:solidFill>
                <a:latin typeface="IBM Plex Sans"/>
              </a:rPr>
              <a:t> You will leverage </a:t>
            </a:r>
            <a:r>
              <a:rPr lang="en-IN" sz="1600" b="1" dirty="0">
                <a:solidFill>
                  <a:srgbClr val="000000"/>
                </a:solidFill>
                <a:latin typeface="IBM Plex Sans"/>
              </a:rPr>
              <a:t>Agentic IDEs (such as IBM BOB)</a:t>
            </a:r>
            <a:r>
              <a:rPr lang="en-IN" sz="1600" dirty="0">
                <a:solidFill>
                  <a:srgbClr val="000000"/>
                </a:solidFill>
                <a:latin typeface="IBM Plex Sans"/>
              </a:rPr>
              <a:t> to implement backend solution for an eCommerce application - just like in modern AI-powered engineering teams.</a:t>
            </a:r>
            <a:endParaRPr lang="en-US" dirty="0"/>
          </a:p>
          <a:p>
            <a:endParaRPr lang="en-IN" sz="1600" dirty="0">
              <a:solidFill>
                <a:srgbClr val="000000"/>
              </a:solidFill>
              <a:latin typeface="IBM Plex Sans"/>
            </a:endParaRPr>
          </a:p>
          <a:p>
            <a:r>
              <a:rPr lang="en-IN" sz="1600" dirty="0">
                <a:solidFill>
                  <a:srgbClr val="000000"/>
                </a:solidFill>
                <a:latin typeface="IBM Plex Sans"/>
              </a:rPr>
              <a:t>By the end, you won’t just understand AI-assisted development - you’ll be able to demonstrate it. Remember to focus not just on the outcome, but on how you leverage AI to think, build, and solve problems differently.</a:t>
            </a:r>
            <a:endParaRPr lang="en-IN" dirty="0"/>
          </a:p>
          <a:p>
            <a:br>
              <a:rPr lang="en-IN" b="1" dirty="0">
                <a:solidFill>
                  <a:srgbClr val="000000"/>
                </a:solidFill>
                <a:latin typeface="IBM Plex Sans Light"/>
                <a:ea typeface="IBM Plex Sans Light"/>
                <a:cs typeface="IBM Plex Sans Light"/>
              </a:rPr>
            </a:br>
            <a:br>
              <a:rPr lang="en-IN" b="1" dirty="0">
                <a:solidFill>
                  <a:srgbClr val="000000"/>
                </a:solidFill>
                <a:latin typeface="IBM Plex Sans Light"/>
                <a:ea typeface="IBM Plex Sans Light"/>
                <a:cs typeface="IBM Plex Sans Light"/>
                <a:sym typeface="IBM Plex Sans Light"/>
              </a:rPr>
            </a:br>
            <a:r>
              <a:rPr lang="en-IN" b="1" dirty="0">
                <a:solidFill>
                  <a:srgbClr val="000000"/>
                </a:solidFill>
                <a:latin typeface="IBM Plex Sans Light"/>
                <a:ea typeface="IBM Plex Sans Light"/>
                <a:cs typeface="IBM Plex Sans Light"/>
                <a:sym typeface="IBM Plex Sans Light"/>
              </a:rPr>
              <a:t>Follow these</a:t>
            </a:r>
            <a:r>
              <a:rPr lang="en-IN" b="1" dirty="0">
                <a:latin typeface="IBM Plex Sans Light"/>
              </a:rPr>
              <a:t> steps</a:t>
            </a:r>
            <a:r>
              <a:rPr lang="en-IN" sz="900" b="1" dirty="0">
                <a:latin typeface="IBM Plex Sans Light"/>
              </a:rPr>
              <a:t>: </a:t>
            </a:r>
            <a:endParaRPr lang="en-IN" b="1" dirty="0">
              <a:solidFill>
                <a:srgbClr val="000000"/>
              </a:solidFill>
              <a:latin typeface="IBM Plex Sans Light"/>
              <a:ea typeface="IBM Plex Sans Light"/>
              <a:cs typeface="IBM Plex Sans Light"/>
            </a:endParaRPr>
          </a:p>
          <a:p>
            <a:pPr defTabSz="580644" hangingPunct="0"/>
            <a:endParaRPr lang="en-IN" sz="900" b="1" dirty="0">
              <a:latin typeface="IBM Plex Sans Light"/>
            </a:endParaRPr>
          </a:p>
          <a:p>
            <a:pPr marL="285750" indent="-285750">
              <a:buFont typeface="Arial" panose="020B0604020202020204" pitchFamily="34" charset="0"/>
              <a:buChar char="•"/>
            </a:pPr>
            <a:r>
              <a:rPr lang="en-IN" dirty="0">
                <a:solidFill>
                  <a:srgbClr val="000000"/>
                </a:solidFill>
                <a:latin typeface="IBM Plex Sans Light"/>
                <a:ea typeface="IBM Plex Sans Light"/>
                <a:cs typeface="IBM Plex Sans Light"/>
                <a:sym typeface="IBM Plex Sans Light"/>
              </a:rPr>
              <a:t>Get an access to IBM BOB </a:t>
            </a:r>
            <a:r>
              <a:rPr lang="en-IN" dirty="0">
                <a:latin typeface="IBM Plex Sans Light"/>
              </a:rPr>
              <a:t>(</a:t>
            </a:r>
            <a:r>
              <a:rPr lang="en-IN" dirty="0">
                <a:latin typeface="IBM Plex Sans Light"/>
                <a:hlinkClick r:id="rId2"/>
              </a:rPr>
              <a:t>fill in this form</a:t>
            </a:r>
            <a:r>
              <a:rPr lang="en-IN" dirty="0">
                <a:latin typeface="IBM Plex Sans Light"/>
              </a:rPr>
              <a:t>) (you can also use another Agentic IDE such as AWS Kiro)  </a:t>
            </a:r>
          </a:p>
          <a:p>
            <a:pPr marL="285750" indent="-285750" defTabSz="580644">
              <a:buFont typeface="Arial" panose="020B0604020202020204" pitchFamily="34" charset="0"/>
              <a:buChar char="•"/>
            </a:pPr>
            <a:r>
              <a:rPr lang="en-IN" dirty="0">
                <a:solidFill>
                  <a:srgbClr val="000000"/>
                </a:solidFill>
                <a:latin typeface="IBM Plex Sans Light"/>
                <a:ea typeface="IBM Plex Sans Light"/>
                <a:cs typeface="IBM Plex Sans Light"/>
                <a:sym typeface="IBM Plex Sans Light"/>
              </a:rPr>
              <a:t>Ins</a:t>
            </a:r>
            <a:r>
              <a:rPr lang="en-IN" dirty="0">
                <a:latin typeface="IBM Plex Sans Light"/>
              </a:rPr>
              <a:t>tall the IDE on your local setup </a:t>
            </a:r>
            <a:r>
              <a:rPr lang="en-IN" dirty="0">
                <a:latin typeface="IBM Plex Sans Light"/>
                <a:ea typeface="+mn-lt"/>
                <a:cs typeface="+mn-lt"/>
              </a:rPr>
              <a:t>(</a:t>
            </a:r>
            <a:r>
              <a:rPr lang="en-IN" dirty="0">
                <a:solidFill>
                  <a:srgbClr val="1264A3"/>
                </a:solidFill>
                <a:latin typeface="IBM Plex Sans Light"/>
                <a:ea typeface="+mn-lt"/>
                <a:cs typeface="+mn-lt"/>
                <a:hlinkClick r:id="rId3"/>
              </a:rPr>
              <a:t>Bob installation guidelines</a:t>
            </a:r>
            <a:r>
              <a:rPr lang="en-IN" dirty="0">
                <a:latin typeface="IBM Plex Sans Light"/>
                <a:ea typeface="+mn-lt"/>
                <a:cs typeface="+mn-lt"/>
              </a:rPr>
              <a:t>)</a:t>
            </a:r>
          </a:p>
          <a:p>
            <a:pPr marL="285750" indent="-285750" defTabSz="580644" hangingPunct="0">
              <a:buFont typeface="Arial" panose="020B0604020202020204" pitchFamily="34" charset="0"/>
              <a:buChar char="•"/>
            </a:pPr>
            <a:r>
              <a:rPr lang="en-IN" dirty="0">
                <a:solidFill>
                  <a:srgbClr val="000000"/>
                </a:solidFill>
                <a:latin typeface="IBM Plex Sans Light"/>
                <a:ea typeface="IBM Plex Sans Light"/>
                <a:cs typeface="IBM Plex Sans Light"/>
                <a:sym typeface="IBM Plex Sans Light"/>
              </a:rPr>
              <a:t>Go through the use case from  Slide 3 to Slide 11</a:t>
            </a:r>
            <a:endParaRPr lang="en-IN" dirty="0">
              <a:solidFill>
                <a:srgbClr val="000000"/>
              </a:solidFill>
              <a:latin typeface="IBM Plex Sans Light"/>
              <a:ea typeface="IBM Plex Sans Light"/>
              <a:cs typeface="IBM Plex Sans Light"/>
            </a:endParaRPr>
          </a:p>
          <a:p>
            <a:pPr marL="285750" indent="-285750">
              <a:buFont typeface="Arial" panose="020B0604020202020204" pitchFamily="34" charset="0"/>
              <a:buChar char="•"/>
            </a:pPr>
            <a:r>
              <a:rPr lang="en-IN" dirty="0">
                <a:latin typeface="IBM Plex Sans Light"/>
              </a:rPr>
              <a:t>Complete the activities listed on Slide 12</a:t>
            </a:r>
          </a:p>
          <a:p>
            <a:pPr marL="285750" indent="-285750">
              <a:buFont typeface="Arial" panose="020B0604020202020204" pitchFamily="34" charset="0"/>
              <a:buChar char="•"/>
            </a:pPr>
            <a:r>
              <a:rPr lang="en-IN" dirty="0">
                <a:latin typeface="IBM Plex Sans Light"/>
              </a:rPr>
              <a:t>Join the slack channel </a:t>
            </a:r>
            <a:r>
              <a:rPr lang="en-IN" dirty="0">
                <a:latin typeface="IBM Plex Sans Light"/>
                <a:ea typeface="+mn-lt"/>
                <a:cs typeface="+mn-lt"/>
                <a:hlinkClick r:id="rId4"/>
              </a:rPr>
              <a:t>#applied-ai-specialist-capstone-project</a:t>
            </a:r>
            <a:r>
              <a:rPr lang="en-IN" dirty="0">
                <a:latin typeface="IBM Plex Sans Light"/>
              </a:rPr>
              <a:t> for any peer or SME help </a:t>
            </a:r>
          </a:p>
          <a:p>
            <a:pPr defTabSz="580644" hangingPunct="0"/>
            <a:endParaRPr lang="en-IN" dirty="0">
              <a:solidFill>
                <a:srgbClr val="000000"/>
              </a:solidFill>
              <a:latin typeface="IBM Plex Sans Light"/>
              <a:ea typeface="IBM Plex Sans Light"/>
              <a:cs typeface="IBM Plex Sans Light"/>
            </a:endParaRPr>
          </a:p>
        </p:txBody>
      </p:sp>
      <p:sp>
        <p:nvSpPr>
          <p:cNvPr id="4" name="TextBox 3">
            <a:extLst>
              <a:ext uri="{FF2B5EF4-FFF2-40B4-BE49-F238E27FC236}">
                <a16:creationId xmlns:a16="http://schemas.microsoft.com/office/drawing/2014/main" id="{1221D63F-5ADF-7D3A-8CF8-48359F745F96}"/>
              </a:ext>
            </a:extLst>
          </p:cNvPr>
          <p:cNvSpPr txBox="1"/>
          <p:nvPr/>
        </p:nvSpPr>
        <p:spPr>
          <a:xfrm>
            <a:off x="462708" y="5595731"/>
            <a:ext cx="8824511"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defTabSz="580644" hangingPunct="0"/>
            <a:r>
              <a:rPr lang="en-IN" dirty="0">
                <a:solidFill>
                  <a:schemeClr val="accent1"/>
                </a:solidFill>
                <a:latin typeface="IBM Plex Sans Light"/>
                <a:ea typeface="IBM Plex Sans Light"/>
                <a:cs typeface="IBM Plex Sans Light"/>
                <a:sym typeface="IBM Plex Sans Light"/>
              </a:rPr>
              <a:t>Note: Any software installed for development can be removed post the development</a:t>
            </a:r>
          </a:p>
        </p:txBody>
      </p:sp>
    </p:spTree>
    <p:extLst>
      <p:ext uri="{BB962C8B-B14F-4D97-AF65-F5344CB8AC3E}">
        <p14:creationId xmlns:p14="http://schemas.microsoft.com/office/powerpoint/2010/main" val="1852025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5E2821-086C-A345-A3D1-D0CBA1BAEB59}"/>
              </a:ext>
            </a:extLst>
          </p:cNvPr>
          <p:cNvSpPr>
            <a:spLocks noGrp="1"/>
          </p:cNvSpPr>
          <p:nvPr>
            <p:ph type="sldNum" sz="quarter" idx="12"/>
          </p:nvPr>
        </p:nvSpPr>
        <p:spPr/>
        <p:txBody>
          <a:bodyPr/>
          <a:lstStyle/>
          <a:p>
            <a:pPr>
              <a:defRPr/>
            </a:pPr>
            <a:fld id="{50ACCF6A-A43F-8942-93AB-70AF7A41E6E2}" type="slidenum">
              <a:rPr lang="en-US" kern="1200">
                <a:solidFill>
                  <a:prstClr val="black">
                    <a:tint val="75000"/>
                  </a:prstClr>
                </a:solidFill>
                <a:latin typeface="Calibri" panose="020F0502020204030204"/>
                <a:ea typeface="+mn-ea"/>
                <a:cs typeface="+mn-cs"/>
              </a:rPr>
              <a:pPr>
                <a:defRPr/>
              </a:pPr>
              <a:t>3</a:t>
            </a:fld>
            <a:endParaRPr lang="en-US" kern="1200" dirty="0">
              <a:solidFill>
                <a:prstClr val="black">
                  <a:tint val="75000"/>
                </a:prstClr>
              </a:solidFill>
              <a:latin typeface="Calibri" panose="020F0502020204030204"/>
              <a:ea typeface="+mn-ea"/>
              <a:cs typeface="+mn-cs"/>
            </a:endParaRPr>
          </a:p>
        </p:txBody>
      </p:sp>
      <p:sp>
        <p:nvSpPr>
          <p:cNvPr id="6" name="Title 5">
            <a:extLst>
              <a:ext uri="{FF2B5EF4-FFF2-40B4-BE49-F238E27FC236}">
                <a16:creationId xmlns:a16="http://schemas.microsoft.com/office/drawing/2014/main" id="{CA845AAE-0E22-CB44-9987-2BF5A320E9C4}"/>
              </a:ext>
            </a:extLst>
          </p:cNvPr>
          <p:cNvSpPr txBox="1">
            <a:spLocks/>
          </p:cNvSpPr>
          <p:nvPr/>
        </p:nvSpPr>
        <p:spPr>
          <a:xfrm>
            <a:off x="289089" y="136525"/>
            <a:ext cx="11399837" cy="715628"/>
          </a:xfrm>
          <a:prstGeom prst="rect">
            <a:avLst/>
          </a:prstGeom>
          <a:ln w="12700">
            <a:miter lim="400000"/>
          </a:ln>
        </p:spPr>
        <p:txBody>
          <a:bodyPr lIns="0" tIns="0" rIns="0" bIns="0"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2438400">
              <a:lnSpc>
                <a:spcPct val="90000"/>
              </a:lnSpc>
              <a:defRPr sz="6800"/>
            </a:lvl1pPr>
          </a:lstStyle>
          <a:p>
            <a:r>
              <a:rPr lang="en-US" sz="3200" dirty="0">
                <a:latin typeface="IBM Plex Sans Light"/>
              </a:rPr>
              <a:t>USE CASE : An E-Commerce platform to view , browse , purchase books</a:t>
            </a:r>
          </a:p>
        </p:txBody>
      </p:sp>
      <p:graphicFrame>
        <p:nvGraphicFramePr>
          <p:cNvPr id="11" name="Table 10">
            <a:extLst>
              <a:ext uri="{FF2B5EF4-FFF2-40B4-BE49-F238E27FC236}">
                <a16:creationId xmlns:a16="http://schemas.microsoft.com/office/drawing/2014/main" id="{08F75D61-5CCC-FE4F-A360-E95F81710889}"/>
              </a:ext>
            </a:extLst>
          </p:cNvPr>
          <p:cNvGraphicFramePr>
            <a:graphicFrameLocks noGrp="1"/>
          </p:cNvGraphicFramePr>
          <p:nvPr>
            <p:extLst>
              <p:ext uri="{D42A27DB-BD31-4B8C-83A1-F6EECF244321}">
                <p14:modId xmlns:p14="http://schemas.microsoft.com/office/powerpoint/2010/main" val="3550931955"/>
              </p:ext>
            </p:extLst>
          </p:nvPr>
        </p:nvGraphicFramePr>
        <p:xfrm>
          <a:off x="331256" y="2122095"/>
          <a:ext cx="12037017" cy="3760090"/>
        </p:xfrm>
        <a:graphic>
          <a:graphicData uri="http://schemas.openxmlformats.org/drawingml/2006/table">
            <a:tbl>
              <a:tblPr/>
              <a:tblGrid>
                <a:gridCol w="305304">
                  <a:extLst>
                    <a:ext uri="{9D8B030D-6E8A-4147-A177-3AD203B41FA5}">
                      <a16:colId xmlns:a16="http://schemas.microsoft.com/office/drawing/2014/main" val="1966782089"/>
                    </a:ext>
                  </a:extLst>
                </a:gridCol>
                <a:gridCol w="323167">
                  <a:extLst>
                    <a:ext uri="{9D8B030D-6E8A-4147-A177-3AD203B41FA5}">
                      <a16:colId xmlns:a16="http://schemas.microsoft.com/office/drawing/2014/main" val="1565960626"/>
                    </a:ext>
                  </a:extLst>
                </a:gridCol>
                <a:gridCol w="2016115">
                  <a:extLst>
                    <a:ext uri="{9D8B030D-6E8A-4147-A177-3AD203B41FA5}">
                      <a16:colId xmlns:a16="http://schemas.microsoft.com/office/drawing/2014/main" val="1166299407"/>
                    </a:ext>
                  </a:extLst>
                </a:gridCol>
                <a:gridCol w="426003">
                  <a:extLst>
                    <a:ext uri="{9D8B030D-6E8A-4147-A177-3AD203B41FA5}">
                      <a16:colId xmlns:a16="http://schemas.microsoft.com/office/drawing/2014/main" val="529214998"/>
                    </a:ext>
                  </a:extLst>
                </a:gridCol>
                <a:gridCol w="504513">
                  <a:extLst>
                    <a:ext uri="{9D8B030D-6E8A-4147-A177-3AD203B41FA5}">
                      <a16:colId xmlns:a16="http://schemas.microsoft.com/office/drawing/2014/main" val="1865564238"/>
                    </a:ext>
                  </a:extLst>
                </a:gridCol>
                <a:gridCol w="323167">
                  <a:extLst>
                    <a:ext uri="{9D8B030D-6E8A-4147-A177-3AD203B41FA5}">
                      <a16:colId xmlns:a16="http://schemas.microsoft.com/office/drawing/2014/main" val="2600561634"/>
                    </a:ext>
                  </a:extLst>
                </a:gridCol>
                <a:gridCol w="2118951">
                  <a:extLst>
                    <a:ext uri="{9D8B030D-6E8A-4147-A177-3AD203B41FA5}">
                      <a16:colId xmlns:a16="http://schemas.microsoft.com/office/drawing/2014/main" val="3340803912"/>
                    </a:ext>
                  </a:extLst>
                </a:gridCol>
                <a:gridCol w="323167">
                  <a:extLst>
                    <a:ext uri="{9D8B030D-6E8A-4147-A177-3AD203B41FA5}">
                      <a16:colId xmlns:a16="http://schemas.microsoft.com/office/drawing/2014/main" val="205702864"/>
                    </a:ext>
                  </a:extLst>
                </a:gridCol>
                <a:gridCol w="504513">
                  <a:extLst>
                    <a:ext uri="{9D8B030D-6E8A-4147-A177-3AD203B41FA5}">
                      <a16:colId xmlns:a16="http://schemas.microsoft.com/office/drawing/2014/main" val="2576244507"/>
                    </a:ext>
                  </a:extLst>
                </a:gridCol>
                <a:gridCol w="323167">
                  <a:extLst>
                    <a:ext uri="{9D8B030D-6E8A-4147-A177-3AD203B41FA5}">
                      <a16:colId xmlns:a16="http://schemas.microsoft.com/office/drawing/2014/main" val="3247801571"/>
                    </a:ext>
                  </a:extLst>
                </a:gridCol>
                <a:gridCol w="2118951">
                  <a:extLst>
                    <a:ext uri="{9D8B030D-6E8A-4147-A177-3AD203B41FA5}">
                      <a16:colId xmlns:a16="http://schemas.microsoft.com/office/drawing/2014/main" val="1424305132"/>
                    </a:ext>
                  </a:extLst>
                </a:gridCol>
                <a:gridCol w="323167">
                  <a:extLst>
                    <a:ext uri="{9D8B030D-6E8A-4147-A177-3AD203B41FA5}">
                      <a16:colId xmlns:a16="http://schemas.microsoft.com/office/drawing/2014/main" val="3981026935"/>
                    </a:ext>
                  </a:extLst>
                </a:gridCol>
                <a:gridCol w="323167">
                  <a:extLst>
                    <a:ext uri="{9D8B030D-6E8A-4147-A177-3AD203B41FA5}">
                      <a16:colId xmlns:a16="http://schemas.microsoft.com/office/drawing/2014/main" val="2696950885"/>
                    </a:ext>
                  </a:extLst>
                </a:gridCol>
                <a:gridCol w="2103665">
                  <a:extLst>
                    <a:ext uri="{9D8B030D-6E8A-4147-A177-3AD203B41FA5}">
                      <a16:colId xmlns:a16="http://schemas.microsoft.com/office/drawing/2014/main" val="1350825282"/>
                    </a:ext>
                  </a:extLst>
                </a:gridCol>
              </a:tblGrid>
              <a:tr h="556010">
                <a:tc gridSpan="3">
                  <a:txBody>
                    <a:bodyPr/>
                    <a:lstStyle/>
                    <a:p>
                      <a:pPr algn="l" rtl="0" fontAlgn="ctr"/>
                      <a:r>
                        <a:rPr lang="en-IN" sz="1400" b="0" i="0" u="none" strike="noStrike" dirty="0">
                          <a:solidFill>
                            <a:srgbClr val="7A005D"/>
                          </a:solidFill>
                          <a:effectLst/>
                          <a:latin typeface="Century Gothic" panose="020B0502020202020204" pitchFamily="34" charset="0"/>
                        </a:rPr>
                        <a:t>E-store Home</a:t>
                      </a:r>
                    </a:p>
                  </a:txBody>
                  <a:tcPr marL="129291" marR="129291" marT="64645" marB="646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l" rtl="0" fontAlgn="ctr"/>
                      <a:endParaRPr lang="en-IN" sz="1400" b="0" i="0" u="none" strike="noStrike" dirty="0">
                        <a:solidFill>
                          <a:srgbClr val="7A005D"/>
                        </a:solidFill>
                        <a:effectLst/>
                        <a:latin typeface="Century Gothic" panose="020B0502020202020204" pitchFamily="34" charset="0"/>
                      </a:endParaRPr>
                    </a:p>
                  </a:txBody>
                  <a:tcPr marL="129291" marR="129291" marT="64645" marB="646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l" rtl="0" fontAlgn="ctr"/>
                      <a:endParaRPr lang="en-IN" sz="1400" b="0" i="0" u="none" strike="noStrike" dirty="0">
                        <a:solidFill>
                          <a:srgbClr val="7A005D"/>
                        </a:solidFill>
                        <a:effectLst/>
                        <a:latin typeface="Century Gothic" panose="020B0502020202020204" pitchFamily="34" charset="0"/>
                      </a:endParaRPr>
                    </a:p>
                  </a:txBody>
                  <a:tcPr marL="129291" marR="129291" marT="64645" marB="646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IN" sz="1400" b="1" i="0" u="none" strike="noStrike" dirty="0">
                          <a:solidFill>
                            <a:srgbClr val="7A005D"/>
                          </a:solidFill>
                          <a:effectLst/>
                          <a:latin typeface="Century Gothic" panose="020B0502020202020204" pitchFamily="34" charset="0"/>
                        </a:rPr>
                        <a:t> </a:t>
                      </a:r>
                    </a:p>
                  </a:txBody>
                  <a:tcPr marL="920" marR="920" marT="92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3">
                  <a:txBody>
                    <a:bodyPr/>
                    <a:lstStyle/>
                    <a:p>
                      <a:pPr algn="l" rtl="0" fontAlgn="ctr"/>
                      <a:r>
                        <a:rPr lang="en-IN" sz="1400" b="0" i="0" u="none" strike="noStrike" dirty="0">
                          <a:solidFill>
                            <a:srgbClr val="7A005D"/>
                          </a:solidFill>
                          <a:effectLst/>
                          <a:latin typeface="Century Gothic" panose="020B0502020202020204" pitchFamily="34" charset="0"/>
                        </a:rPr>
                        <a:t>Catalogue</a:t>
                      </a:r>
                    </a:p>
                  </a:txBody>
                  <a:tcPr marL="129291" marR="129291" marT="64645" marB="646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l" rtl="0" fontAlgn="ctr"/>
                      <a:endParaRPr lang="en-IN" sz="1400" b="0" i="0" u="none" strike="noStrike" dirty="0">
                        <a:solidFill>
                          <a:srgbClr val="7A005D"/>
                        </a:solidFill>
                        <a:effectLst/>
                        <a:latin typeface="Century Gothic" panose="020B0502020202020204" pitchFamily="34" charset="0"/>
                      </a:endParaRPr>
                    </a:p>
                  </a:txBody>
                  <a:tcPr marL="129291" marR="129291" marT="64645" marB="646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l" rtl="0" fontAlgn="ctr"/>
                      <a:endParaRPr lang="en-IN" sz="1400" b="0" i="0" u="none" strike="noStrike" dirty="0">
                        <a:solidFill>
                          <a:srgbClr val="7A005D"/>
                        </a:solidFill>
                        <a:effectLst/>
                        <a:latin typeface="Century Gothic" panose="020B0502020202020204" pitchFamily="34" charset="0"/>
                      </a:endParaRPr>
                    </a:p>
                  </a:txBody>
                  <a:tcPr marL="129291" marR="129291" marT="64645" marB="646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IN" sz="1400" b="1" i="0" u="none" strike="noStrike" dirty="0">
                          <a:solidFill>
                            <a:srgbClr val="7A005D"/>
                          </a:solidFill>
                          <a:effectLst/>
                          <a:latin typeface="Century Gothic" panose="020B0502020202020204" pitchFamily="34" charset="0"/>
                        </a:rPr>
                        <a:t> </a:t>
                      </a:r>
                    </a:p>
                  </a:txBody>
                  <a:tcPr marL="920" marR="920" marT="92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3">
                  <a:txBody>
                    <a:bodyPr/>
                    <a:lstStyle/>
                    <a:p>
                      <a:pPr algn="l" rtl="0" fontAlgn="ctr"/>
                      <a:r>
                        <a:rPr lang="en-IN" sz="1400" b="0" i="0" u="none" strike="noStrike" dirty="0">
                          <a:solidFill>
                            <a:srgbClr val="7A005D"/>
                          </a:solidFill>
                          <a:effectLst/>
                          <a:latin typeface="Century Gothic" panose="020B0502020202020204" pitchFamily="34" charset="0"/>
                        </a:rPr>
                        <a:t>Payment &amp; Purchase confirmation</a:t>
                      </a:r>
                    </a:p>
                  </a:txBody>
                  <a:tcPr marL="129291" marR="129291" marT="64645" marB="646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l" rtl="0" fontAlgn="ctr"/>
                      <a:endParaRPr lang="en-IN" sz="1400" b="0" i="0" u="none" strike="noStrike" dirty="0">
                        <a:solidFill>
                          <a:srgbClr val="7A005D"/>
                        </a:solidFill>
                        <a:effectLst/>
                        <a:latin typeface="Century Gothic" panose="020B0502020202020204" pitchFamily="34" charset="0"/>
                      </a:endParaRPr>
                    </a:p>
                  </a:txBody>
                  <a:tcPr marL="129291" marR="129291" marT="64645" marB="646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l" rtl="0" fontAlgn="ctr"/>
                      <a:endParaRPr lang="en-IN" sz="1400" b="0" i="0" u="none" strike="noStrike" dirty="0">
                        <a:solidFill>
                          <a:srgbClr val="7A005D"/>
                        </a:solidFill>
                        <a:effectLst/>
                        <a:latin typeface="Century Gothic" panose="020B0502020202020204" pitchFamily="34" charset="0"/>
                      </a:endParaRPr>
                    </a:p>
                  </a:txBody>
                  <a:tcPr marL="129291" marR="129291" marT="64645" marB="646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IN" sz="1400" b="1" i="0" u="none" strike="noStrike" dirty="0">
                          <a:solidFill>
                            <a:srgbClr val="7A005D"/>
                          </a:solidFill>
                          <a:effectLst/>
                          <a:latin typeface="Century Gothic" panose="020B0502020202020204" pitchFamily="34" charset="0"/>
                        </a:rPr>
                        <a:t> </a:t>
                      </a:r>
                    </a:p>
                  </a:txBody>
                  <a:tcPr marL="920" marR="920" marT="92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p>
                      <a:pPr algn="l" rtl="0" fontAlgn="ctr"/>
                      <a:endParaRPr lang="en-IN" sz="1400" b="0" i="0" u="none" strike="noStrike" dirty="0">
                        <a:solidFill>
                          <a:srgbClr val="7A005D"/>
                        </a:solidFill>
                        <a:effectLst/>
                        <a:latin typeface="Century Gothic" panose="020B0502020202020204" pitchFamily="34" charset="0"/>
                      </a:endParaRPr>
                    </a:p>
                  </a:txBody>
                  <a:tcPr marL="129291" marR="129291" marT="64645" marB="646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l" rtl="0" fontAlgn="ctr"/>
                      <a:endParaRPr lang="en-IN" sz="1400" b="0" i="0" u="none" strike="noStrike" dirty="0">
                        <a:solidFill>
                          <a:srgbClr val="7A005D"/>
                        </a:solidFill>
                        <a:effectLst/>
                        <a:latin typeface="Century Gothic" panose="020B0502020202020204" pitchFamily="34" charset="0"/>
                      </a:endParaRPr>
                    </a:p>
                  </a:txBody>
                  <a:tcPr marL="129291" marR="129291" marT="64645" marB="646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98264226"/>
                  </a:ext>
                </a:extLst>
              </a:tr>
              <a:tr h="305720">
                <a:tc>
                  <a:txBody>
                    <a:bodyPr/>
                    <a:lstStyle/>
                    <a:p>
                      <a:pPr algn="ctr" rtl="0" fontAlgn="ctr"/>
                      <a:r>
                        <a:rPr lang="en-IN" sz="1400" b="0" i="0" u="none" strike="noStrike" dirty="0">
                          <a:solidFill>
                            <a:schemeClr val="tx1">
                              <a:lumMod val="75000"/>
                              <a:lumOff val="25000"/>
                            </a:schemeClr>
                          </a:solidFill>
                          <a:effectLst/>
                          <a:latin typeface="Century Gothic" panose="020B0502020202020204" pitchFamily="34" charset="0"/>
                        </a:rPr>
                        <a:t>1</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r>
                        <a:rPr lang="en-IN" sz="14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IN" sz="1000" b="0" i="0" u="none" strike="noStrike" dirty="0">
                          <a:solidFill>
                            <a:schemeClr val="tx1">
                              <a:lumMod val="75000"/>
                              <a:lumOff val="25000"/>
                            </a:schemeClr>
                          </a:solidFill>
                          <a:effectLst/>
                          <a:latin typeface="Century Gothic" panose="020B0502020202020204" pitchFamily="34" charset="0"/>
                        </a:rPr>
                        <a:t>Login Page</a:t>
                      </a:r>
                    </a:p>
                    <a:p>
                      <a:pPr algn="l" rtl="0" fontAlgn="ctr"/>
                      <a:endParaRPr lang="en-IN" sz="1000" b="0" i="0" u="none" strike="noStrike" dirty="0">
                        <a:solidFill>
                          <a:schemeClr val="tx1">
                            <a:lumMod val="75000"/>
                            <a:lumOff val="25000"/>
                          </a:schemeClr>
                        </a:solidFill>
                        <a:effectLst/>
                        <a:latin typeface="Century Gothic" panose="020B0502020202020204" pitchFamily="34" charset="0"/>
                      </a:endParaRP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IN" sz="1000" b="0" i="0" u="none" strike="noStrike" dirty="0">
                          <a:solidFill>
                            <a:schemeClr val="tx1">
                              <a:lumMod val="75000"/>
                              <a:lumOff val="25000"/>
                            </a:schemeClr>
                          </a:solidFill>
                          <a:effectLst/>
                          <a:latin typeface="Century Gothic" panose="020B0502020202020204" pitchFamily="34" charset="0"/>
                        </a:rPr>
                        <a:t>5</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IN" sz="1000" b="1" i="0" u="none" strike="noStrike" dirty="0">
                          <a:solidFill>
                            <a:schemeClr val="tx1">
                              <a:lumMod val="75000"/>
                              <a:lumOff val="25000"/>
                            </a:schemeClr>
                          </a:solidFill>
                          <a:effectLst/>
                          <a:latin typeface="Century Gothic" panose="020B0502020202020204" pitchFamily="34" charset="0"/>
                        </a:rPr>
                        <a:t>Select the Category of products</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699699" rtl="0" eaLnBrk="1" fontAlgn="ctr" latinLnBrk="0" hangingPunct="1"/>
                      <a:r>
                        <a:rPr lang="en-IN" sz="1000" b="0" i="0" u="none" strike="noStrike" kern="1200" dirty="0">
                          <a:solidFill>
                            <a:schemeClr val="tx1">
                              <a:lumMod val="75000"/>
                              <a:lumOff val="25000"/>
                            </a:schemeClr>
                          </a:solidFill>
                          <a:effectLst/>
                          <a:latin typeface="Century Gothic" panose="020B0502020202020204" pitchFamily="34" charset="0"/>
                          <a:ea typeface="+mn-ea"/>
                          <a:cs typeface="+mn-cs"/>
                        </a:rPr>
                        <a:t>9</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IN" sz="1000" b="1" i="0" u="none" strike="noStrike" dirty="0">
                          <a:solidFill>
                            <a:schemeClr val="tx1">
                              <a:lumMod val="75000"/>
                              <a:lumOff val="25000"/>
                            </a:schemeClr>
                          </a:solidFill>
                          <a:effectLst/>
                          <a:latin typeface="Century Gothic" panose="020B0502020202020204" pitchFamily="34" charset="0"/>
                        </a:rPr>
                        <a:t>Select the address for delivery</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endParaRPr lang="en-IN" sz="1000" b="0" i="0" u="none" strike="noStrike" dirty="0">
                        <a:solidFill>
                          <a:srgbClr val="000000"/>
                        </a:solidFill>
                        <a:effectLst/>
                        <a:latin typeface="Century Gothic" panose="020B0502020202020204" pitchFamily="34" charset="0"/>
                      </a:endParaRP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endParaRPr lang="en-IN" sz="1000" b="0" i="0" u="none" strike="noStrike" dirty="0">
                        <a:solidFill>
                          <a:schemeClr val="tx1">
                            <a:lumMod val="75000"/>
                            <a:lumOff val="25000"/>
                          </a:schemeClr>
                        </a:solidFill>
                        <a:effectLst/>
                        <a:latin typeface="Century Gothic" panose="020B0502020202020204" pitchFamily="34" charset="0"/>
                      </a:endParaRP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12691880"/>
                  </a:ext>
                </a:extLst>
              </a:tr>
              <a:tr h="1220120">
                <a:tc>
                  <a:txBody>
                    <a:bodyPr/>
                    <a:lstStyle/>
                    <a:p>
                      <a:pPr algn="ctr" rtl="0" fontAlgn="ctr"/>
                      <a:r>
                        <a:rPr lang="en-IN" sz="1400" b="0" i="0" u="none" strike="noStrike" dirty="0">
                          <a:solidFill>
                            <a:schemeClr val="tx1">
                              <a:lumMod val="75000"/>
                              <a:lumOff val="25000"/>
                            </a:schemeClr>
                          </a:solidFill>
                          <a:effectLst/>
                          <a:latin typeface="Century Gothic" panose="020B0502020202020204" pitchFamily="34" charset="0"/>
                        </a:rPr>
                        <a:t>2</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r>
                        <a:rPr lang="en-IN" sz="14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IN" sz="1000" b="0" i="0" u="none" strike="noStrike" dirty="0">
                          <a:solidFill>
                            <a:schemeClr val="tx1">
                              <a:lumMod val="75000"/>
                              <a:lumOff val="25000"/>
                            </a:schemeClr>
                          </a:solidFill>
                          <a:effectLst/>
                          <a:latin typeface="Century Gothic"/>
                        </a:rPr>
                        <a:t>User Authtentication</a:t>
                      </a:r>
                    </a:p>
                    <a:p>
                      <a:pPr algn="l" rtl="0" fontAlgn="ctr"/>
                      <a:endParaRPr lang="en-IN" sz="1000" b="0" i="0" u="none" strike="noStrike" dirty="0">
                        <a:solidFill>
                          <a:schemeClr val="tx1">
                            <a:lumMod val="75000"/>
                            <a:lumOff val="25000"/>
                          </a:schemeClr>
                        </a:solidFill>
                        <a:effectLst/>
                        <a:latin typeface="Century Gothic" panose="020B0502020202020204" pitchFamily="34" charset="0"/>
                      </a:endParaRPr>
                    </a:p>
                    <a:p>
                      <a:pPr algn="l" rtl="0" fontAlgn="ctr"/>
                      <a:r>
                        <a:rPr lang="en-IN" sz="1000" b="0" i="0" u="none" strike="noStrike" dirty="0">
                          <a:solidFill>
                            <a:schemeClr val="tx1">
                              <a:lumMod val="75000"/>
                              <a:lumOff val="25000"/>
                            </a:schemeClr>
                          </a:solidFill>
                          <a:effectLst/>
                          <a:latin typeface="Century Gothic"/>
                        </a:rPr>
                        <a:t>User Browses Order History with Buy In Again feature</a:t>
                      </a:r>
                    </a:p>
                    <a:p>
                      <a:pPr algn="l" rtl="0" fontAlgn="ctr"/>
                      <a:endParaRPr lang="en-IN" sz="1000" b="0" i="0" u="none" strike="noStrike" dirty="0">
                        <a:solidFill>
                          <a:schemeClr val="tx1">
                            <a:lumMod val="75000"/>
                            <a:lumOff val="25000"/>
                          </a:schemeClr>
                        </a:solidFill>
                        <a:effectLst/>
                        <a:latin typeface="Century Gothic"/>
                      </a:endParaRPr>
                    </a:p>
                    <a:p>
                      <a:pPr algn="l" rtl="0" fontAlgn="ctr"/>
                      <a:r>
                        <a:rPr lang="en-IN" sz="1000" b="0" i="0" u="none" strike="noStrike" dirty="0">
                          <a:solidFill>
                            <a:schemeClr val="tx1">
                              <a:lumMod val="75000"/>
                              <a:lumOff val="25000"/>
                            </a:schemeClr>
                          </a:solidFill>
                          <a:effectLst/>
                          <a:latin typeface="Century Gothic"/>
                        </a:rPr>
                        <a:t>Recommends items based on Order History</a:t>
                      </a:r>
                    </a:p>
                    <a:p>
                      <a:pPr algn="l" rtl="0" fontAlgn="ctr"/>
                      <a:endParaRPr lang="en-IN" sz="1000" b="0" i="0" u="none" strike="noStrike" dirty="0">
                        <a:solidFill>
                          <a:schemeClr val="tx1">
                            <a:lumMod val="75000"/>
                            <a:lumOff val="25000"/>
                          </a:schemeClr>
                        </a:solidFill>
                        <a:effectLst/>
                        <a:latin typeface="Century Gothic" panose="020B0502020202020204" pitchFamily="34" charset="0"/>
                      </a:endParaRP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IN" sz="1000" b="0" i="0" u="none" strike="noStrike" dirty="0">
                          <a:solidFill>
                            <a:schemeClr val="tx1">
                              <a:lumMod val="75000"/>
                              <a:lumOff val="25000"/>
                            </a:schemeClr>
                          </a:solidFill>
                          <a:effectLst/>
                          <a:latin typeface="Century Gothic" panose="020B0502020202020204" pitchFamily="34" charset="0"/>
                        </a:rPr>
                        <a:t>6</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IN" sz="1000" b="1" i="0" u="none" strike="noStrike" dirty="0">
                          <a:solidFill>
                            <a:schemeClr val="tx1">
                              <a:lumMod val="75000"/>
                              <a:lumOff val="25000"/>
                            </a:schemeClr>
                          </a:solidFill>
                          <a:effectLst/>
                          <a:latin typeface="Century Gothic" panose="020B0502020202020204" pitchFamily="34" charset="0"/>
                        </a:rPr>
                        <a:t>Browse the brands</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endParaRPr lang="en-IN" sz="1000" b="0" i="0" u="none" strike="noStrike" dirty="0">
                        <a:solidFill>
                          <a:srgbClr val="000000"/>
                        </a:solidFill>
                        <a:effectLst/>
                        <a:latin typeface="Century Gothic" panose="020B0502020202020204" pitchFamily="34" charset="0"/>
                      </a:endParaRP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699699" rtl="0" eaLnBrk="1" fontAlgn="ctr" latinLnBrk="0" hangingPunct="1"/>
                      <a:r>
                        <a:rPr lang="en-IN" sz="1000" b="0" i="0" u="none" strike="noStrike" kern="1200" dirty="0">
                          <a:solidFill>
                            <a:schemeClr val="tx1">
                              <a:lumMod val="75000"/>
                              <a:lumOff val="25000"/>
                            </a:schemeClr>
                          </a:solidFill>
                          <a:effectLst/>
                          <a:latin typeface="Century Gothic" panose="020B0502020202020204" pitchFamily="34" charset="0"/>
                          <a:ea typeface="+mn-ea"/>
                          <a:cs typeface="+mn-cs"/>
                        </a:rPr>
                        <a:t>10</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IN" sz="1000" b="1" i="0" u="none" strike="noStrike" dirty="0">
                          <a:solidFill>
                            <a:schemeClr val="tx1">
                              <a:lumMod val="75000"/>
                              <a:lumOff val="25000"/>
                            </a:schemeClr>
                          </a:solidFill>
                          <a:effectLst/>
                          <a:latin typeface="Century Gothic" panose="020B0502020202020204" pitchFamily="34" charset="0"/>
                        </a:rPr>
                        <a:t>Initiate payment with the right option</a:t>
                      </a:r>
                    </a:p>
                    <a:p>
                      <a:pPr algn="l" rtl="0" fontAlgn="ctr"/>
                      <a:endParaRPr lang="en-IN" sz="1000" b="1" i="0" u="none" strike="noStrike" dirty="0">
                        <a:solidFill>
                          <a:schemeClr val="tx1">
                            <a:lumMod val="75000"/>
                            <a:lumOff val="25000"/>
                          </a:schemeClr>
                        </a:solidFill>
                        <a:effectLst/>
                        <a:latin typeface="Century Gothic" panose="020B0502020202020204" pitchFamily="34" charset="0"/>
                      </a:endParaRPr>
                    </a:p>
                    <a:p>
                      <a:pPr algn="l" rtl="0" fontAlgn="ctr"/>
                      <a:r>
                        <a:rPr lang="en-IN" sz="1000" b="1" i="0" u="none" strike="noStrike" dirty="0">
                          <a:solidFill>
                            <a:schemeClr val="tx1">
                              <a:lumMod val="75000"/>
                              <a:lumOff val="25000"/>
                            </a:schemeClr>
                          </a:solidFill>
                          <a:effectLst/>
                          <a:latin typeface="Century Gothic" panose="020B0502020202020204" pitchFamily="34" charset="0"/>
                        </a:rPr>
                        <a:t>Redeem gift points</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endParaRPr lang="en-IN" sz="1000" b="0" i="0" u="none" strike="noStrike" dirty="0">
                        <a:solidFill>
                          <a:srgbClr val="000000"/>
                        </a:solidFill>
                        <a:effectLst/>
                        <a:latin typeface="Century Gothic" panose="020B0502020202020204" pitchFamily="34" charset="0"/>
                      </a:endParaRP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endParaRPr lang="en-IN" sz="1000" b="0" i="0" u="none" strike="noStrike" dirty="0">
                        <a:solidFill>
                          <a:schemeClr val="tx1">
                            <a:lumMod val="75000"/>
                            <a:lumOff val="25000"/>
                          </a:schemeClr>
                        </a:solidFill>
                        <a:effectLst/>
                        <a:latin typeface="Century Gothic" panose="020B0502020202020204" pitchFamily="34" charset="0"/>
                      </a:endParaRP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64927939"/>
                  </a:ext>
                </a:extLst>
              </a:tr>
              <a:tr h="1220120">
                <a:tc>
                  <a:txBody>
                    <a:bodyPr/>
                    <a:lstStyle/>
                    <a:p>
                      <a:pPr algn="ctr" rtl="0" fontAlgn="ctr"/>
                      <a:r>
                        <a:rPr lang="en-IN" sz="1400" b="0" i="0" u="none" strike="noStrike" dirty="0">
                          <a:solidFill>
                            <a:schemeClr val="tx1">
                              <a:lumMod val="75000"/>
                              <a:lumOff val="25000"/>
                            </a:schemeClr>
                          </a:solidFill>
                          <a:effectLst/>
                          <a:latin typeface="Century Gothic" panose="020B0502020202020204" pitchFamily="34" charset="0"/>
                        </a:rPr>
                        <a:t>3</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r>
                        <a:rPr lang="en-IN" sz="14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000" b="0" i="0" u="none" strike="noStrike" dirty="0">
                          <a:solidFill>
                            <a:schemeClr val="tx1">
                              <a:lumMod val="75000"/>
                              <a:lumOff val="25000"/>
                            </a:schemeClr>
                          </a:solidFill>
                          <a:effectLst/>
                          <a:latin typeface="Century Gothic" panose="020B0502020202020204" pitchFamily="34" charset="0"/>
                        </a:rPr>
                        <a:t>Access Product catalogue for each category</a:t>
                      </a:r>
                    </a:p>
                    <a:p>
                      <a:pPr algn="l" rtl="0" fontAlgn="ctr"/>
                      <a:endParaRPr lang="en-IN" sz="1000" b="0" i="0" u="none" strike="noStrike" dirty="0">
                        <a:solidFill>
                          <a:schemeClr val="tx1">
                            <a:lumMod val="75000"/>
                            <a:lumOff val="25000"/>
                          </a:schemeClr>
                        </a:solidFill>
                        <a:effectLst/>
                        <a:latin typeface="Century Gothic" panose="020B0502020202020204" pitchFamily="34" charset="0"/>
                      </a:endParaRP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IN" sz="1000" b="0" i="0" u="none" strike="noStrike" dirty="0">
                          <a:solidFill>
                            <a:schemeClr val="tx1">
                              <a:lumMod val="75000"/>
                              <a:lumOff val="25000"/>
                            </a:schemeClr>
                          </a:solidFill>
                          <a:effectLst/>
                          <a:latin typeface="Century Gothic" panose="020B0502020202020204" pitchFamily="34" charset="0"/>
                        </a:rPr>
                        <a:t>7</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IN" sz="1000" b="1" i="0" u="none" strike="noStrike" dirty="0">
                          <a:solidFill>
                            <a:schemeClr val="tx1">
                              <a:lumMod val="75000"/>
                              <a:lumOff val="25000"/>
                            </a:schemeClr>
                          </a:solidFill>
                          <a:effectLst/>
                          <a:latin typeface="Century Gothic"/>
                        </a:rPr>
                        <a:t>Select the product (product tagged with tentative delivery date)</a:t>
                      </a:r>
                    </a:p>
                    <a:p>
                      <a:pPr algn="l" rtl="0" fontAlgn="ctr"/>
                      <a:endParaRPr lang="en-IN" sz="1000" b="1" i="0" u="none" strike="noStrike" dirty="0">
                        <a:solidFill>
                          <a:schemeClr val="tx1">
                            <a:lumMod val="75000"/>
                            <a:lumOff val="25000"/>
                          </a:schemeClr>
                        </a:solidFill>
                        <a:effectLst/>
                        <a:latin typeface="Century Gothic"/>
                      </a:endParaRPr>
                    </a:p>
                    <a:p>
                      <a:pPr algn="l" rtl="0" fontAlgn="ctr"/>
                      <a:r>
                        <a:rPr lang="en-IN" sz="1000" b="1" i="0" u="none" strike="noStrike" dirty="0">
                          <a:solidFill>
                            <a:schemeClr val="tx1">
                              <a:lumMod val="75000"/>
                              <a:lumOff val="25000"/>
                            </a:schemeClr>
                          </a:solidFill>
                          <a:effectLst/>
                          <a:latin typeface="Century Gothic"/>
                        </a:rPr>
                        <a:t>Related products appear for selection</a:t>
                      </a:r>
                    </a:p>
                    <a:p>
                      <a:pPr algn="l" rtl="0" fontAlgn="ctr"/>
                      <a:endParaRPr lang="en-IN" sz="1000" b="1" i="0" u="none" strike="noStrike" dirty="0">
                        <a:solidFill>
                          <a:schemeClr val="tx1">
                            <a:lumMod val="75000"/>
                            <a:lumOff val="25000"/>
                          </a:schemeClr>
                        </a:solidFill>
                        <a:effectLst/>
                        <a:latin typeface="Century Gothic" panose="020B0502020202020204" pitchFamily="34" charset="0"/>
                      </a:endParaRPr>
                    </a:p>
                    <a:p>
                      <a:pPr algn="l" rtl="0" fontAlgn="ctr"/>
                      <a:endParaRPr lang="en-IN" sz="1000" b="1" i="0" u="none" strike="noStrike" dirty="0">
                        <a:solidFill>
                          <a:schemeClr val="tx1">
                            <a:lumMod val="75000"/>
                            <a:lumOff val="25000"/>
                          </a:schemeClr>
                        </a:solidFill>
                        <a:effectLst/>
                        <a:latin typeface="Century Gothic" panose="020B0502020202020204" pitchFamily="34" charset="0"/>
                      </a:endParaRP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699699" rtl="0" eaLnBrk="1" fontAlgn="ctr" latinLnBrk="0" hangingPunct="1"/>
                      <a:r>
                        <a:rPr lang="en-IN" sz="1000" b="0" i="0" u="none" strike="noStrike" kern="1200" dirty="0">
                          <a:solidFill>
                            <a:schemeClr val="tx1">
                              <a:lumMod val="75000"/>
                              <a:lumOff val="25000"/>
                            </a:schemeClr>
                          </a:solidFill>
                          <a:effectLst/>
                          <a:latin typeface="Century Gothic" panose="020B0502020202020204" pitchFamily="34" charset="0"/>
                          <a:ea typeface="+mn-ea"/>
                          <a:cs typeface="+mn-cs"/>
                        </a:rPr>
                        <a:t>11</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IN" sz="1000" b="1" i="0" u="none" strike="noStrike" dirty="0">
                          <a:solidFill>
                            <a:schemeClr val="tx1">
                              <a:lumMod val="75000"/>
                              <a:lumOff val="25000"/>
                            </a:schemeClr>
                          </a:solidFill>
                          <a:effectLst/>
                          <a:latin typeface="Century Gothic" panose="020B0502020202020204" pitchFamily="34" charset="0"/>
                        </a:rPr>
                        <a:t>Payment confirmation</a:t>
                      </a:r>
                    </a:p>
                    <a:p>
                      <a:pPr algn="l" rtl="0" fontAlgn="ctr"/>
                      <a:endParaRPr lang="en-IN" sz="1000" b="1" i="0" u="none" strike="noStrike" dirty="0">
                        <a:solidFill>
                          <a:schemeClr val="tx1">
                            <a:lumMod val="75000"/>
                            <a:lumOff val="25000"/>
                          </a:schemeClr>
                        </a:solidFill>
                        <a:effectLst/>
                        <a:latin typeface="Century Gothic" panose="020B0502020202020204" pitchFamily="34" charset="0"/>
                      </a:endParaRP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endParaRPr lang="en-IN" sz="1000" b="0" i="0" u="none" strike="noStrike" dirty="0">
                        <a:solidFill>
                          <a:srgbClr val="000000"/>
                        </a:solidFill>
                        <a:effectLst/>
                        <a:latin typeface="Century Gothic" panose="020B0502020202020204" pitchFamily="34" charset="0"/>
                      </a:endParaRP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endParaRPr lang="en-IN" sz="1000" b="0" i="0" u="none" strike="noStrike" dirty="0">
                        <a:solidFill>
                          <a:schemeClr val="tx1">
                            <a:lumMod val="75000"/>
                            <a:lumOff val="25000"/>
                          </a:schemeClr>
                        </a:solidFill>
                        <a:effectLst/>
                        <a:latin typeface="Century Gothic" panose="020B0502020202020204" pitchFamily="34" charset="0"/>
                      </a:endParaRP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39315412"/>
                  </a:ext>
                </a:extLst>
              </a:tr>
              <a:tr h="458120">
                <a:tc>
                  <a:txBody>
                    <a:bodyPr/>
                    <a:lstStyle/>
                    <a:p>
                      <a:pPr algn="ctr" rtl="0" fontAlgn="ctr"/>
                      <a:endParaRPr lang="en-IN" sz="1400" b="0" i="0" u="none" strike="noStrike" dirty="0">
                        <a:solidFill>
                          <a:schemeClr val="tx1">
                            <a:lumMod val="75000"/>
                            <a:lumOff val="25000"/>
                          </a:schemeClr>
                        </a:solidFill>
                        <a:effectLst/>
                        <a:latin typeface="Century Gothic" panose="020B0502020202020204" pitchFamily="34" charset="0"/>
                      </a:endParaRP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endParaRPr lang="en-IN" sz="1400" b="0" i="0" u="none" strike="noStrike" dirty="0">
                        <a:solidFill>
                          <a:srgbClr val="000000"/>
                        </a:solidFill>
                        <a:effectLst/>
                        <a:latin typeface="Century Gothic" panose="020B0502020202020204" pitchFamily="34" charset="0"/>
                      </a:endParaRP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endParaRPr lang="en-IN" sz="1000" b="0" i="0" u="none" strike="noStrike" dirty="0">
                        <a:solidFill>
                          <a:schemeClr val="tx1">
                            <a:lumMod val="75000"/>
                            <a:lumOff val="25000"/>
                          </a:schemeClr>
                        </a:solidFill>
                        <a:effectLst/>
                        <a:latin typeface="Century Gothic" panose="020B0502020202020204" pitchFamily="34" charset="0"/>
                      </a:endParaRP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IN" sz="1000" b="0" i="0" u="none" strike="noStrike" dirty="0">
                          <a:solidFill>
                            <a:schemeClr val="tx1">
                              <a:lumMod val="75000"/>
                              <a:lumOff val="25000"/>
                            </a:schemeClr>
                          </a:solidFill>
                          <a:effectLst/>
                          <a:latin typeface="Century Gothic" panose="020B0502020202020204" pitchFamily="34" charset="0"/>
                        </a:rPr>
                        <a:t>8</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IN" sz="1000" b="1" i="0" u="none" strike="noStrike" dirty="0">
                          <a:solidFill>
                            <a:schemeClr val="tx1">
                              <a:lumMod val="75000"/>
                              <a:lumOff val="25000"/>
                            </a:schemeClr>
                          </a:solidFill>
                          <a:effectLst/>
                          <a:latin typeface="Century Gothic" panose="020B0502020202020204" pitchFamily="34" charset="0"/>
                        </a:rPr>
                        <a:t>Add the product(s) to basket</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699699" rtl="0" eaLnBrk="1" fontAlgn="ctr" latinLnBrk="0" hangingPunct="1"/>
                      <a:r>
                        <a:rPr lang="en-IN" sz="1000" b="0" i="0" u="none" strike="noStrike" kern="1200" dirty="0">
                          <a:solidFill>
                            <a:schemeClr val="tx1">
                              <a:lumMod val="75000"/>
                              <a:lumOff val="25000"/>
                            </a:schemeClr>
                          </a:solidFill>
                          <a:effectLst/>
                          <a:latin typeface="Century Gothic" panose="020B0502020202020204" pitchFamily="34" charset="0"/>
                          <a:ea typeface="+mn-ea"/>
                          <a:cs typeface="+mn-cs"/>
                        </a:rPr>
                        <a:t>12</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IN" sz="1000" b="0" i="0" u="none" strike="noStrike" dirty="0">
                          <a:solidFill>
                            <a:schemeClr val="tx1">
                              <a:lumMod val="75000"/>
                              <a:lumOff val="25000"/>
                            </a:schemeClr>
                          </a:solidFill>
                          <a:effectLst/>
                          <a:latin typeface="Century Gothic" panose="020B0502020202020204" pitchFamily="34" charset="0"/>
                        </a:rPr>
                        <a:t>Confirmation on purchase</a:t>
                      </a:r>
                    </a:p>
                    <a:p>
                      <a:pPr algn="l" rtl="0" fontAlgn="ctr"/>
                      <a:endParaRPr lang="en-IN" sz="1000" b="0" i="0" u="none" strike="noStrike" dirty="0">
                        <a:solidFill>
                          <a:schemeClr val="tx1">
                            <a:lumMod val="75000"/>
                            <a:lumOff val="25000"/>
                          </a:schemeClr>
                        </a:solidFill>
                        <a:effectLst/>
                        <a:highlight>
                          <a:srgbClr val="FFFF00"/>
                        </a:highlight>
                        <a:latin typeface="Century Gothic" panose="020B0502020202020204" pitchFamily="34" charset="0"/>
                      </a:endParaRPr>
                    </a:p>
                    <a:p>
                      <a:pPr algn="l" rtl="0" fontAlgn="ctr"/>
                      <a:r>
                        <a:rPr lang="en-IN" sz="1000" b="0" i="0" u="none" strike="noStrike" dirty="0">
                          <a:solidFill>
                            <a:schemeClr val="tx1">
                              <a:lumMod val="75000"/>
                              <a:lumOff val="25000"/>
                            </a:schemeClr>
                          </a:solidFill>
                          <a:effectLst/>
                          <a:latin typeface="Century Gothic"/>
                        </a:rPr>
                        <a:t>Cancel Order Within 48 hrs </a:t>
                      </a: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lang="en-IN" sz="1000" b="0" i="0" u="none" strike="noStrike" dirty="0">
                          <a:solidFill>
                            <a:srgbClr val="000000"/>
                          </a:solidFill>
                          <a:effectLst/>
                          <a:latin typeface="Century Gothic" panose="020B0502020202020204" pitchFamily="34" charset="0"/>
                        </a:rPr>
                        <a:t> </a:t>
                      </a: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endParaRPr lang="en-IN" sz="1000" b="0" i="0" u="none" strike="noStrike" dirty="0">
                        <a:solidFill>
                          <a:srgbClr val="000000"/>
                        </a:solidFill>
                        <a:effectLst/>
                        <a:latin typeface="Century Gothic" panose="020B0502020202020204" pitchFamily="34" charset="0"/>
                      </a:endParaRPr>
                    </a:p>
                  </a:txBody>
                  <a:tcPr marL="920" marR="920" marT="92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endParaRPr lang="en-IN" sz="1000" b="0" i="0" u="none" strike="noStrike" dirty="0">
                        <a:solidFill>
                          <a:schemeClr val="tx1">
                            <a:lumMod val="75000"/>
                            <a:lumOff val="25000"/>
                          </a:schemeClr>
                        </a:solidFill>
                        <a:effectLst/>
                        <a:latin typeface="Century Gothic" panose="020B0502020202020204" pitchFamily="34" charset="0"/>
                      </a:endParaRPr>
                    </a:p>
                  </a:txBody>
                  <a:tcPr marL="920" marR="920" marT="9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46214470"/>
                  </a:ext>
                </a:extLst>
              </a:tr>
            </a:tbl>
          </a:graphicData>
        </a:graphic>
      </p:graphicFrame>
      <p:sp>
        <p:nvSpPr>
          <p:cNvPr id="4" name="TextBox 3">
            <a:extLst>
              <a:ext uri="{FF2B5EF4-FFF2-40B4-BE49-F238E27FC236}">
                <a16:creationId xmlns:a16="http://schemas.microsoft.com/office/drawing/2014/main" id="{69BDF55C-C2E3-6086-580E-483E01FCCF25}"/>
              </a:ext>
            </a:extLst>
          </p:cNvPr>
          <p:cNvSpPr txBox="1"/>
          <p:nvPr/>
        </p:nvSpPr>
        <p:spPr>
          <a:xfrm>
            <a:off x="155948" y="1236976"/>
            <a:ext cx="10551876" cy="338554"/>
          </a:xfrm>
          <a:prstGeom prst="rect">
            <a:avLst/>
          </a:prstGeom>
          <a:noFill/>
        </p:spPr>
        <p:txBody>
          <a:bodyPr wrap="square" lIns="91440" tIns="45720" rIns="91440" bIns="45720" rtlCol="0" anchor="t">
            <a:spAutoFit/>
          </a:bodyPr>
          <a:lstStyle/>
          <a:p>
            <a:r>
              <a:rPr lang="en-IN" sz="1600" b="1" dirty="0">
                <a:solidFill>
                  <a:prstClr val="black"/>
                </a:solidFill>
                <a:latin typeface="IBM Plex Sans Light"/>
              </a:rPr>
              <a:t>Description of use case : </a:t>
            </a:r>
            <a:r>
              <a:rPr lang="en-IN" sz="1600" dirty="0">
                <a:solidFill>
                  <a:prstClr val="black"/>
                </a:solidFill>
                <a:latin typeface="IBM Plex Sans Light"/>
              </a:rPr>
              <a:t>An online store where a customer can browse , select and buy the selected products </a:t>
            </a:r>
          </a:p>
        </p:txBody>
      </p:sp>
      <p:sp>
        <p:nvSpPr>
          <p:cNvPr id="7" name="TextBox 6">
            <a:extLst>
              <a:ext uri="{FF2B5EF4-FFF2-40B4-BE49-F238E27FC236}">
                <a16:creationId xmlns:a16="http://schemas.microsoft.com/office/drawing/2014/main" id="{3B27DE9D-A9AE-D959-968C-A40ACE2F8F06}"/>
              </a:ext>
            </a:extLst>
          </p:cNvPr>
          <p:cNvSpPr txBox="1"/>
          <p:nvPr/>
        </p:nvSpPr>
        <p:spPr>
          <a:xfrm>
            <a:off x="155948" y="1575648"/>
            <a:ext cx="9960571" cy="276999"/>
          </a:xfrm>
          <a:prstGeom prst="rect">
            <a:avLst/>
          </a:prstGeom>
          <a:noFill/>
        </p:spPr>
        <p:txBody>
          <a:bodyPr wrap="square" lIns="91440" tIns="45720" rIns="91440" bIns="45720" rtlCol="0" anchor="t">
            <a:spAutoFit/>
          </a:bodyPr>
          <a:lstStyle/>
          <a:p>
            <a:r>
              <a:rPr lang="en-IN" sz="1200" b="1" dirty="0">
                <a:solidFill>
                  <a:srgbClr val="4472C4"/>
                </a:solidFill>
                <a:latin typeface="IBM Plex Sans Light"/>
              </a:rPr>
              <a:t>The following are the customer journeys</a:t>
            </a:r>
          </a:p>
        </p:txBody>
      </p:sp>
    </p:spTree>
    <p:extLst>
      <p:ext uri="{BB962C8B-B14F-4D97-AF65-F5344CB8AC3E}">
        <p14:creationId xmlns:p14="http://schemas.microsoft.com/office/powerpoint/2010/main" val="724607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1" name="Picture Placeholder 3" descr="Picture Placeholder 3"/>
          <p:cNvPicPr>
            <a:picLocks noGrp="1" noChangeAspect="1"/>
          </p:cNvPicPr>
          <p:nvPr>
            <p:ph type="pic" idx="21"/>
          </p:nvPr>
        </p:nvPicPr>
        <p:blipFill>
          <a:blip r:embed="rId2" cstate="print">
            <a:extLst>
              <a:ext uri="{28A0092B-C50C-407E-A947-70E740481C1C}">
                <a14:useLocalDpi xmlns:a14="http://schemas.microsoft.com/office/drawing/2010/main"/>
              </a:ext>
            </a:extLst>
          </a:blip>
          <a:srcRect/>
          <a:stretch>
            <a:fillRect/>
          </a:stretch>
        </p:blipFill>
        <p:spPr>
          <a:xfrm>
            <a:off x="1072266" y="285750"/>
            <a:ext cx="10173675" cy="6289675"/>
          </a:xfrm>
          <a:prstGeom prst="rect">
            <a:avLst/>
          </a:prstGeom>
        </p:spPr>
      </p:pic>
      <p:sp>
        <p:nvSpPr>
          <p:cNvPr id="672" name="Architecture"/>
          <p:cNvSpPr txBox="1"/>
          <p:nvPr/>
        </p:nvSpPr>
        <p:spPr>
          <a:xfrm>
            <a:off x="285534" y="285902"/>
            <a:ext cx="2477781" cy="12385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lstStyle>
            <a:lvl1pPr defTabSz="2438400">
              <a:lnSpc>
                <a:spcPct val="90000"/>
              </a:lnSpc>
              <a:defRPr sz="6800"/>
            </a:lvl1pPr>
          </a:lstStyle>
          <a:p>
            <a:r>
              <a:rPr sz="3400" dirty="0">
                <a:latin typeface="IBM Plex Sans Light"/>
              </a:rPr>
              <a:t>Architecture</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GenAI PoC…"/>
          <p:cNvSpPr txBox="1">
            <a:spLocks noGrp="1"/>
          </p:cNvSpPr>
          <p:nvPr>
            <p:ph type="body" idx="22"/>
          </p:nvPr>
        </p:nvSpPr>
        <p:spPr>
          <a:xfrm>
            <a:off x="284965" y="147843"/>
            <a:ext cx="11999801" cy="704372"/>
          </a:xfrm>
          <a:prstGeom prst="rect">
            <a:avLst/>
          </a:prstGeom>
          <a:ln w="12700">
            <a:miter lim="400000"/>
          </a:ln>
        </p:spPr>
        <p:txBody>
          <a:bodyPr lIns="0" tIns="0" rIns="0" bIns="0" anchor="t"/>
          <a:lstStyle/>
          <a:p>
            <a:pPr defTabSz="2438400"/>
            <a:r>
              <a:rPr lang="en-IN" sz="3400" kern="1200" dirty="0">
                <a:solidFill>
                  <a:schemeClr val="tx1"/>
                </a:solidFill>
                <a:ea typeface="+mn-ea"/>
                <a:cs typeface="+mn-cs"/>
              </a:rPr>
              <a:t>E-Bookstore Platform to be </a:t>
            </a:r>
            <a:r>
              <a:rPr lang="en-IN" sz="3400" kern="1200" dirty="0" err="1">
                <a:solidFill>
                  <a:schemeClr val="tx1"/>
                </a:solidFill>
                <a:ea typeface="+mn-ea"/>
                <a:cs typeface="+mn-cs"/>
              </a:rPr>
              <a:t>build</a:t>
            </a:r>
            <a:r>
              <a:rPr lang="en-IN" sz="3400" kern="1200" dirty="0">
                <a:solidFill>
                  <a:schemeClr val="tx1"/>
                </a:solidFill>
                <a:ea typeface="+mn-ea"/>
                <a:cs typeface="+mn-cs"/>
              </a:rPr>
              <a:t> with agentic IDE</a:t>
            </a:r>
            <a:endParaRPr sz="3400" kern="1200" dirty="0">
              <a:solidFill>
                <a:schemeClr val="tx1"/>
              </a:solidFill>
              <a:ea typeface="+mn-ea"/>
              <a:cs typeface="+mn-cs"/>
            </a:endParaRPr>
          </a:p>
          <a:p>
            <a:pPr defTabSz="2438400"/>
            <a:r>
              <a:rPr sz="3400" kern="1200" dirty="0">
                <a:solidFill>
                  <a:schemeClr val="tx1"/>
                </a:solidFill>
                <a:ea typeface="+mn-ea"/>
                <a:cs typeface="+mn-cs"/>
              </a:rPr>
              <a:t> </a:t>
            </a:r>
          </a:p>
        </p:txBody>
      </p:sp>
      <p:grpSp>
        <p:nvGrpSpPr>
          <p:cNvPr id="633" name="Group"/>
          <p:cNvGrpSpPr/>
          <p:nvPr/>
        </p:nvGrpSpPr>
        <p:grpSpPr>
          <a:xfrm>
            <a:off x="4219460" y="1057619"/>
            <a:ext cx="8327543" cy="5260405"/>
            <a:chOff x="0" y="0"/>
            <a:chExt cx="15165096" cy="9858850"/>
          </a:xfrm>
        </p:grpSpPr>
        <p:pic>
          <p:nvPicPr>
            <p:cNvPr id="631" name="Home.png" descr="Home.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773525" y="1149831"/>
              <a:ext cx="11618046" cy="7868307"/>
            </a:xfrm>
            <a:prstGeom prst="rect">
              <a:avLst/>
            </a:prstGeom>
            <a:ln w="12700" cap="flat">
              <a:noFill/>
              <a:miter lim="400000"/>
            </a:ln>
            <a:effectLst/>
          </p:spPr>
        </p:pic>
        <p:pic>
          <p:nvPicPr>
            <p:cNvPr id="632" name="MacBook Pro M4 14-inch Silver.png" descr="MacBook Pro M4 14-inch Silver.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0"/>
              <a:ext cx="15165097" cy="9858851"/>
            </a:xfrm>
            <a:prstGeom prst="rect">
              <a:avLst/>
            </a:prstGeom>
            <a:ln w="12700" cap="flat">
              <a:noFill/>
              <a:miter lim="400000"/>
            </a:ln>
            <a:effectLst/>
          </p:spPr>
        </p:pic>
      </p:grpSp>
      <p:sp>
        <p:nvSpPr>
          <p:cNvPr id="2" name="TextBox 1">
            <a:extLst>
              <a:ext uri="{FF2B5EF4-FFF2-40B4-BE49-F238E27FC236}">
                <a16:creationId xmlns:a16="http://schemas.microsoft.com/office/drawing/2014/main" id="{CA04744F-844C-E8C3-3C3F-121C6CC2CCB3}"/>
              </a:ext>
            </a:extLst>
          </p:cNvPr>
          <p:cNvSpPr txBox="1"/>
          <p:nvPr/>
        </p:nvSpPr>
        <p:spPr>
          <a:xfrm flipH="1">
            <a:off x="285029" y="1564395"/>
            <a:ext cx="4297988" cy="23267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lvl="0" indent="0" algn="l" defTabSz="228600" rtl="0" eaLnBrk="1" fontAlgn="auto" latinLnBrk="0" hangingPunct="1">
              <a:lnSpc>
                <a:spcPct val="90000"/>
              </a:lnSpc>
              <a:spcBef>
                <a:spcPts val="0"/>
              </a:spcBef>
              <a:spcAft>
                <a:spcPts val="0"/>
              </a:spcAft>
              <a:buClrTx/>
              <a:buSzTx/>
              <a:buFontTx/>
              <a:buNone/>
              <a:tabLst/>
              <a:defRPr sz="2800"/>
            </a:pPr>
            <a:r>
              <a:rPr kumimoji="0" lang="en-IN" sz="1600" b="0" i="0" u="none" strike="noStrike" kern="0" cap="none" spc="0" normalizeH="0" baseline="0" noProof="0" dirty="0">
                <a:ln>
                  <a:noFill/>
                </a:ln>
                <a:solidFill>
                  <a:srgbClr val="000000"/>
                </a:solidFill>
                <a:effectLst/>
                <a:uLnTx/>
                <a:uFillTx/>
                <a:latin typeface="IBM Plex Sans Light"/>
                <a:sym typeface="IBM Plex Sans Light"/>
              </a:rPr>
              <a:t>The following demonstrates an e-bookstore platform with the following characteristics:-</a:t>
            </a:r>
          </a:p>
          <a:p>
            <a:pPr marL="0" marR="0" lvl="0" indent="0" algn="l" defTabSz="228600" rtl="0" eaLnBrk="1" fontAlgn="auto" latinLnBrk="0" hangingPunct="1">
              <a:lnSpc>
                <a:spcPct val="90000"/>
              </a:lnSpc>
              <a:spcBef>
                <a:spcPts val="0"/>
              </a:spcBef>
              <a:spcAft>
                <a:spcPts val="0"/>
              </a:spcAft>
              <a:buClrTx/>
              <a:buSzTx/>
              <a:buFontTx/>
              <a:buNone/>
              <a:tabLst/>
              <a:defRPr sz="2800"/>
            </a:pPr>
            <a:endParaRPr kumimoji="0" lang="en-IN" sz="1600" b="0" i="0" u="none" strike="noStrike" kern="0" cap="none" spc="0" normalizeH="0" baseline="0" noProof="0" dirty="0">
              <a:ln>
                <a:noFill/>
              </a:ln>
              <a:solidFill>
                <a:srgbClr val="000000"/>
              </a:solidFill>
              <a:effectLst/>
              <a:uLnTx/>
              <a:uFillTx/>
              <a:latin typeface="IBM Plex Sans Light"/>
              <a:sym typeface="IBM Plex Sans Light"/>
            </a:endParaRPr>
          </a:p>
          <a:p>
            <a:pPr marL="228600" marR="0" lvl="0" indent="-228600" algn="l" defTabSz="228600" rtl="0" eaLnBrk="1" fontAlgn="auto" latinLnBrk="0" hangingPunct="1">
              <a:lnSpc>
                <a:spcPct val="90000"/>
              </a:lnSpc>
              <a:spcBef>
                <a:spcPts val="0"/>
              </a:spcBef>
              <a:spcAft>
                <a:spcPts val="0"/>
              </a:spcAft>
              <a:buClrTx/>
              <a:buSzTx/>
              <a:buFont typeface="Arial" panose="020B0604020202020204" pitchFamily="34" charset="0"/>
              <a:buChar char="•"/>
              <a:tabLst/>
              <a:defRPr sz="2800"/>
            </a:pPr>
            <a:endParaRPr kumimoji="0" lang="en-IN" sz="1600" b="0" i="0" u="none" strike="noStrike" kern="0" cap="none" spc="0" normalizeH="0" baseline="0" noProof="0" dirty="0">
              <a:ln>
                <a:noFill/>
              </a:ln>
              <a:solidFill>
                <a:srgbClr val="000000"/>
              </a:solidFill>
              <a:effectLst/>
              <a:uLnTx/>
              <a:uFillTx/>
              <a:latin typeface="IBM Plex Sans Light"/>
              <a:sym typeface="IBM Plex Sans Light"/>
            </a:endParaRPr>
          </a:p>
          <a:p>
            <a:pPr marL="228600" marR="0" lvl="0" indent="-228600" algn="l" defTabSz="228600" rtl="0" eaLnBrk="1" fontAlgn="auto" latinLnBrk="0" hangingPunct="1">
              <a:lnSpc>
                <a:spcPct val="90000"/>
              </a:lnSpc>
              <a:spcBef>
                <a:spcPts val="0"/>
              </a:spcBef>
              <a:spcAft>
                <a:spcPts val="0"/>
              </a:spcAft>
              <a:buClrTx/>
              <a:buSzTx/>
              <a:buFont typeface="Arial" panose="020B0604020202020204" pitchFamily="34" charset="0"/>
              <a:buChar char="•"/>
              <a:tabLst/>
              <a:defRPr sz="2800"/>
            </a:pPr>
            <a:r>
              <a:rPr kumimoji="0" lang="en-IN" sz="1600" b="0" i="0" u="none" strike="noStrike" kern="0" cap="none" spc="0" normalizeH="0" baseline="0" noProof="0" dirty="0">
                <a:ln>
                  <a:noFill/>
                </a:ln>
                <a:solidFill>
                  <a:srgbClr val="000000"/>
                </a:solidFill>
                <a:effectLst/>
                <a:uLnTx/>
                <a:uFillTx/>
                <a:latin typeface="IBM Plex Sans Light"/>
                <a:sym typeface="IBM Plex Sans Light"/>
              </a:rPr>
              <a:t>Landing page with the availability of books</a:t>
            </a:r>
            <a:endParaRPr kumimoji="0" lang="en-IN" sz="2800" b="0" i="0" u="none" strike="noStrike" kern="0" cap="none" spc="0" normalizeH="0" baseline="0" noProof="0" dirty="0">
              <a:ln>
                <a:noFill/>
              </a:ln>
              <a:solidFill>
                <a:srgbClr val="000000"/>
              </a:solidFill>
              <a:effectLst/>
              <a:uLnTx/>
              <a:uFillTx/>
              <a:latin typeface="IBM Plex Sans Light"/>
              <a:sym typeface="IBM Plex Sans Light"/>
            </a:endParaRPr>
          </a:p>
          <a:p>
            <a:pPr marL="228600" marR="0" lvl="0" indent="-228600" algn="l" defTabSz="228600" rtl="0" eaLnBrk="1" fontAlgn="auto" latinLnBrk="0" hangingPunct="1">
              <a:lnSpc>
                <a:spcPct val="90000"/>
              </a:lnSpc>
              <a:spcBef>
                <a:spcPts val="0"/>
              </a:spcBef>
              <a:spcAft>
                <a:spcPts val="0"/>
              </a:spcAft>
              <a:buClrTx/>
              <a:buSzTx/>
              <a:buFont typeface="Arial" panose="020B0604020202020204" pitchFamily="34" charset="0"/>
              <a:buChar char="•"/>
              <a:tabLst/>
              <a:defRPr sz="2800"/>
            </a:pPr>
            <a:r>
              <a:rPr kumimoji="0" lang="en-IN" sz="1600" b="0" i="0" u="none" strike="noStrike" kern="0" cap="none" spc="0" normalizeH="0" baseline="0" noProof="0" dirty="0">
                <a:ln>
                  <a:noFill/>
                </a:ln>
                <a:solidFill>
                  <a:srgbClr val="000000"/>
                </a:solidFill>
                <a:effectLst/>
                <a:uLnTx/>
                <a:uFillTx/>
                <a:latin typeface="IBM Plex Sans Light"/>
                <a:sym typeface="IBM Plex Sans Light"/>
              </a:rPr>
              <a:t>Selection of books</a:t>
            </a:r>
          </a:p>
          <a:p>
            <a:pPr marL="228600" marR="0" lvl="0" indent="-228600" algn="l" defTabSz="228600" rtl="0" eaLnBrk="1" fontAlgn="auto" latinLnBrk="0" hangingPunct="1">
              <a:lnSpc>
                <a:spcPct val="90000"/>
              </a:lnSpc>
              <a:spcBef>
                <a:spcPts val="0"/>
              </a:spcBef>
              <a:spcAft>
                <a:spcPts val="0"/>
              </a:spcAft>
              <a:buClrTx/>
              <a:buSzTx/>
              <a:buFont typeface="Arial" panose="020B0604020202020204" pitchFamily="34" charset="0"/>
              <a:buChar char="•"/>
              <a:tabLst/>
              <a:defRPr sz="2800"/>
            </a:pPr>
            <a:r>
              <a:rPr kumimoji="0" lang="en-IN" sz="1600" b="0" i="0" u="none" strike="noStrike" kern="0" cap="none" spc="0" normalizeH="0" baseline="0" noProof="0" dirty="0">
                <a:ln>
                  <a:noFill/>
                </a:ln>
                <a:solidFill>
                  <a:srgbClr val="000000"/>
                </a:solidFill>
                <a:effectLst/>
                <a:uLnTx/>
                <a:uFillTx/>
                <a:latin typeface="IBM Plex Sans Light"/>
                <a:sym typeface="IBM Plex Sans Light"/>
              </a:rPr>
              <a:t>Buy the books and commit a payment</a:t>
            </a:r>
          </a:p>
          <a:p>
            <a:pPr marL="228600" marR="0" lvl="0" indent="-228600" algn="l" defTabSz="228600" rtl="0" eaLnBrk="1" fontAlgn="auto" latinLnBrk="0" hangingPunct="1">
              <a:lnSpc>
                <a:spcPct val="90000"/>
              </a:lnSpc>
              <a:spcBef>
                <a:spcPts val="0"/>
              </a:spcBef>
              <a:spcAft>
                <a:spcPts val="0"/>
              </a:spcAft>
              <a:buClrTx/>
              <a:buSzTx/>
              <a:buFont typeface="Arial" panose="020B0604020202020204" pitchFamily="34" charset="0"/>
              <a:buChar char="•"/>
              <a:tabLst/>
              <a:defRPr sz="2800"/>
            </a:pPr>
            <a:endParaRPr kumimoji="0" lang="en-IN" sz="2800" b="0" i="0" u="none" strike="noStrike" kern="0" cap="none" spc="0" normalizeH="0" baseline="0" noProof="0" dirty="0">
              <a:ln>
                <a:noFill/>
              </a:ln>
              <a:solidFill>
                <a:srgbClr val="000000"/>
              </a:solidFill>
              <a:effectLst/>
              <a:uLnTx/>
              <a:uFillTx/>
              <a:latin typeface="IBM Plex Sans Light"/>
              <a:sym typeface="IBM Plex Sans Light"/>
            </a:endParaRPr>
          </a:p>
          <a:p>
            <a:pPr marL="0" marR="0" lvl="0" indent="0" algn="l" defTabSz="228600" rtl="0" eaLnBrk="1" fontAlgn="auto" latinLnBrk="0" hangingPunct="1">
              <a:lnSpc>
                <a:spcPct val="90000"/>
              </a:lnSpc>
              <a:spcBef>
                <a:spcPts val="0"/>
              </a:spcBef>
              <a:spcAft>
                <a:spcPts val="0"/>
              </a:spcAft>
              <a:buClrTx/>
              <a:buSzTx/>
              <a:buFontTx/>
              <a:buNone/>
              <a:tabLst/>
              <a:defRPr sz="2800"/>
            </a:pPr>
            <a:r>
              <a:rPr kumimoji="0" lang="en-IN" sz="1400" b="1" i="0" u="none" strike="noStrike" kern="0" cap="none" spc="0" normalizeH="0" baseline="0" noProof="0" dirty="0">
                <a:ln>
                  <a:noFill/>
                </a:ln>
                <a:solidFill>
                  <a:srgbClr val="0F62FE"/>
                </a:solidFill>
                <a:effectLst/>
                <a:uLnTx/>
                <a:uFillTx/>
                <a:latin typeface="IBM Plex Sans Light"/>
                <a:sym typeface="IBM Plex Sans Light"/>
              </a:rPr>
              <a:t>** The further slides will depict the build of the platform **</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Footer"/>
          <p:cNvSpPr txBox="1">
            <a:spLocks noGrp="1"/>
          </p:cNvSpPr>
          <p:nvPr>
            <p:ph type="body" idx="22"/>
          </p:nvPr>
        </p:nvSpPr>
        <p:spPr>
          <a:prstGeom prst="rect">
            <a:avLst/>
          </a:prstGeom>
        </p:spPr>
        <p:txBody>
          <a:bodyPr>
            <a:normAutofit fontScale="92500"/>
          </a:bodyPr>
          <a:lstStyle/>
          <a:p>
            <a:r>
              <a:t>Footer</a:t>
            </a:r>
          </a:p>
        </p:txBody>
      </p:sp>
      <p:sp>
        <p:nvSpPr>
          <p:cNvPr id="642" name="Catalogue"/>
          <p:cNvSpPr txBox="1">
            <a:spLocks noGrp="1"/>
          </p:cNvSpPr>
          <p:nvPr>
            <p:ph type="body" idx="23"/>
          </p:nvPr>
        </p:nvSpPr>
        <p:spPr>
          <a:xfrm>
            <a:off x="285750" y="114959"/>
            <a:ext cx="11906250" cy="767063"/>
          </a:xfrm>
          <a:prstGeom prst="rect">
            <a:avLst/>
          </a:prstGeom>
          <a:ln w="12700">
            <a:miter lim="400000"/>
          </a:ln>
        </p:spPr>
        <p:txBody>
          <a:bodyPr lIns="0" tIns="0" rIns="0" bIns="0" anchor="t"/>
          <a:lstStyle>
            <a:lvl1pPr>
              <a:defRPr sz="4200"/>
            </a:lvl1pPr>
          </a:lstStyle>
          <a:p>
            <a:pPr marL="0" indent="0" defTabSz="2438400">
              <a:spcBef>
                <a:spcPts val="0"/>
              </a:spcBef>
              <a:buNone/>
            </a:pPr>
            <a:r>
              <a:rPr lang="en-IN" sz="3400" dirty="0">
                <a:latin typeface="IBM Plex Sans Light"/>
                <a:sym typeface="IBM Plex Sans Light"/>
              </a:rPr>
              <a:t>The </a:t>
            </a:r>
            <a:r>
              <a:rPr sz="3400" dirty="0">
                <a:latin typeface="IBM Plex Sans Light"/>
                <a:sym typeface="IBM Plex Sans Light"/>
              </a:rPr>
              <a:t>Catalogue</a:t>
            </a:r>
            <a:r>
              <a:rPr lang="en-IN" sz="3400" dirty="0">
                <a:latin typeface="IBM Plex Sans Light"/>
                <a:sym typeface="IBM Plex Sans Light"/>
              </a:rPr>
              <a:t> page of the e-bookstore is depicted as follows</a:t>
            </a:r>
            <a:endParaRPr lang="en-US" sz="3400" dirty="0">
              <a:latin typeface="IBM Plex Sans Light"/>
              <a:sym typeface="IBM Plex Sans Light"/>
            </a:endParaRPr>
          </a:p>
        </p:txBody>
      </p:sp>
      <p:sp>
        <p:nvSpPr>
          <p:cNvPr id="643" name="Text Placeholder 5"/>
          <p:cNvSpPr>
            <a:spLocks noGrp="1"/>
          </p:cNvSpPr>
          <p:nvPr>
            <p:ph type="body" idx="24"/>
          </p:nvPr>
        </p:nvSpPr>
        <p:spPr>
          <a:xfrm>
            <a:off x="126724" y="1379145"/>
            <a:ext cx="4087156" cy="4569476"/>
          </a:xfrm>
          <a:prstGeom prst="rect">
            <a:avLst/>
          </a:prstGeom>
        </p:spPr>
        <p:txBody>
          <a:bodyPr vert="horz" lIns="91440" tIns="45720" rIns="91440" bIns="45720" rtlCol="0" anchor="t">
            <a:normAutofit/>
          </a:bodyPr>
          <a:lstStyle/>
          <a:p>
            <a:pPr marL="0" indent="0">
              <a:lnSpc>
                <a:spcPct val="80000"/>
              </a:lnSpc>
              <a:spcBef>
                <a:spcPts val="1600"/>
              </a:spcBef>
              <a:buSzPct val="100000"/>
              <a:buNone/>
            </a:pPr>
            <a:r>
              <a:rPr lang="en-US" sz="1600" dirty="0">
                <a:latin typeface="IBM Plex Sans Light"/>
              </a:rPr>
              <a:t>Key features:</a:t>
            </a:r>
          </a:p>
          <a:p>
            <a:pPr marL="140335" indent="-140335">
              <a:lnSpc>
                <a:spcPct val="80000"/>
              </a:lnSpc>
              <a:spcBef>
                <a:spcPts val="1600"/>
              </a:spcBef>
              <a:buSzPct val="100000"/>
            </a:pPr>
            <a:r>
              <a:rPr sz="1600" dirty="0">
                <a:latin typeface="IBM Plex Sans Light"/>
              </a:rPr>
              <a:t>Select the Category of products</a:t>
            </a:r>
            <a:endParaRPr lang="en-US" sz="1600" dirty="0">
              <a:latin typeface="IBM Plex Sans Light"/>
            </a:endParaRPr>
          </a:p>
          <a:p>
            <a:pPr marL="140335" indent="-140335">
              <a:lnSpc>
                <a:spcPct val="80000"/>
              </a:lnSpc>
              <a:spcBef>
                <a:spcPts val="1600"/>
              </a:spcBef>
              <a:buSzPct val="100000"/>
            </a:pPr>
            <a:r>
              <a:rPr sz="1600" dirty="0">
                <a:latin typeface="IBM Plex Sans Light"/>
              </a:rPr>
              <a:t>Access Product catalogue for each category</a:t>
            </a:r>
          </a:p>
          <a:p>
            <a:pPr marL="140335" indent="-140335">
              <a:lnSpc>
                <a:spcPct val="80000"/>
              </a:lnSpc>
              <a:spcBef>
                <a:spcPts val="1600"/>
              </a:spcBef>
              <a:buSzPct val="100000"/>
            </a:pPr>
            <a:r>
              <a:rPr sz="1600" dirty="0">
                <a:latin typeface="IBM Plex Sans Light"/>
              </a:rPr>
              <a:t>Browse the brands</a:t>
            </a:r>
            <a:endParaRPr sz="1600" dirty="0">
              <a:solidFill>
                <a:srgbClr val="404040"/>
              </a:solidFill>
              <a:latin typeface="IBM Plex Sans Light"/>
              <a:ea typeface="Century Gothic"/>
              <a:cs typeface="Century Gothic"/>
            </a:endParaRPr>
          </a:p>
          <a:p>
            <a:pPr marL="140335" indent="-140335">
              <a:lnSpc>
                <a:spcPct val="80000"/>
              </a:lnSpc>
              <a:spcBef>
                <a:spcPts val="1600"/>
              </a:spcBef>
              <a:buSzPct val="100000"/>
            </a:pPr>
            <a:r>
              <a:rPr sz="1600" dirty="0">
                <a:latin typeface="IBM Plex Sans Light"/>
              </a:rPr>
              <a:t>Select the product</a:t>
            </a:r>
          </a:p>
          <a:p>
            <a:pPr marL="140335" indent="-140335">
              <a:lnSpc>
                <a:spcPct val="80000"/>
              </a:lnSpc>
              <a:spcBef>
                <a:spcPts val="1600"/>
              </a:spcBef>
              <a:buSzPct val="100000"/>
            </a:pPr>
            <a:r>
              <a:rPr sz="1600" dirty="0">
                <a:latin typeface="IBM Plex Sans Light"/>
              </a:rPr>
              <a:t>Related products appear for selection</a:t>
            </a:r>
          </a:p>
          <a:p>
            <a:pPr marL="140335" indent="-140335">
              <a:lnSpc>
                <a:spcPct val="80000"/>
              </a:lnSpc>
              <a:spcBef>
                <a:spcPts val="1600"/>
              </a:spcBef>
              <a:buSzPct val="100000"/>
            </a:pPr>
            <a:r>
              <a:rPr sz="1600" dirty="0">
                <a:latin typeface="IBM Plex Sans Light"/>
              </a:rPr>
              <a:t>User Browses Order History with Buy In Again feature</a:t>
            </a:r>
          </a:p>
        </p:txBody>
      </p:sp>
      <p:pic>
        <p:nvPicPr>
          <p:cNvPr id="644" name="Home.png" descr="Home.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615491" y="1379145"/>
            <a:ext cx="6580519" cy="4456648"/>
          </a:xfrm>
          <a:prstGeom prst="rect">
            <a:avLst/>
          </a:prstGeom>
          <a:ln w="12700">
            <a:miter lim="400000"/>
          </a:ln>
        </p:spPr>
      </p:pic>
      <p:pic>
        <p:nvPicPr>
          <p:cNvPr id="645" name="MacBook Pro M4 14-inch Silver.png" descr="MacBook Pro M4 14-inch Silver.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619501" y="811899"/>
            <a:ext cx="8572500" cy="5572995"/>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 name="Footer"/>
          <p:cNvSpPr txBox="1">
            <a:spLocks noGrp="1"/>
          </p:cNvSpPr>
          <p:nvPr>
            <p:ph type="body" idx="22"/>
          </p:nvPr>
        </p:nvSpPr>
        <p:spPr>
          <a:prstGeom prst="rect">
            <a:avLst/>
          </a:prstGeom>
        </p:spPr>
        <p:txBody>
          <a:bodyPr>
            <a:normAutofit fontScale="92500"/>
          </a:bodyPr>
          <a:lstStyle/>
          <a:p>
            <a:r>
              <a:t>Footer</a:t>
            </a:r>
          </a:p>
        </p:txBody>
      </p:sp>
      <p:sp>
        <p:nvSpPr>
          <p:cNvPr id="648" name="Shopping Cart"/>
          <p:cNvSpPr txBox="1">
            <a:spLocks noGrp="1"/>
          </p:cNvSpPr>
          <p:nvPr>
            <p:ph type="body" idx="23"/>
          </p:nvPr>
        </p:nvSpPr>
        <p:spPr>
          <a:xfrm>
            <a:off x="285534" y="285902"/>
            <a:ext cx="10766779" cy="767063"/>
          </a:xfrm>
          <a:prstGeom prst="rect">
            <a:avLst/>
          </a:prstGeom>
          <a:ln w="12700">
            <a:miter lim="400000"/>
          </a:ln>
        </p:spPr>
        <p:txBody>
          <a:bodyPr vert="horz" lIns="0" tIns="0" rIns="0" bIns="0" rtlCol="0" anchor="t">
            <a:normAutofit/>
          </a:bodyPr>
          <a:lstStyle>
            <a:lvl1pPr>
              <a:defRPr sz="4200"/>
            </a:lvl1pPr>
          </a:lstStyle>
          <a:p>
            <a:pPr marL="0" indent="0" hangingPunct="0">
              <a:spcBef>
                <a:spcPts val="0"/>
              </a:spcBef>
              <a:buNone/>
            </a:pPr>
            <a:r>
              <a:rPr lang="en-IN" sz="3300" dirty="0">
                <a:solidFill>
                  <a:srgbClr val="000000"/>
                </a:solidFill>
                <a:latin typeface="IBM Plex Sans Light"/>
              </a:rPr>
              <a:t>The </a:t>
            </a:r>
            <a:r>
              <a:rPr lang="en-IN" sz="3400" dirty="0">
                <a:latin typeface="IBM Plex Sans Light"/>
              </a:rPr>
              <a:t>following</a:t>
            </a:r>
            <a:r>
              <a:rPr lang="en-IN" sz="3300" dirty="0">
                <a:solidFill>
                  <a:srgbClr val="000000"/>
                </a:solidFill>
                <a:latin typeface="IBM Plex Sans Light"/>
              </a:rPr>
              <a:t> provides the </a:t>
            </a:r>
            <a:r>
              <a:rPr sz="3300" dirty="0">
                <a:solidFill>
                  <a:srgbClr val="000000"/>
                </a:solidFill>
                <a:latin typeface="IBM Plex Sans Light"/>
              </a:rPr>
              <a:t>Shopping Cart</a:t>
            </a:r>
            <a:r>
              <a:rPr lang="en-IN" sz="3300" dirty="0">
                <a:solidFill>
                  <a:srgbClr val="000000"/>
                </a:solidFill>
                <a:latin typeface="IBM Plex Sans Light"/>
              </a:rPr>
              <a:t> for update</a:t>
            </a:r>
            <a:endParaRPr sz="3300" dirty="0">
              <a:solidFill>
                <a:srgbClr val="000000"/>
              </a:solidFill>
              <a:latin typeface="IBM Plex Sans Light"/>
            </a:endParaRPr>
          </a:p>
        </p:txBody>
      </p:sp>
      <p:sp>
        <p:nvSpPr>
          <p:cNvPr id="649" name="Text Placeholder 5"/>
          <p:cNvSpPr>
            <a:spLocks noGrp="1"/>
          </p:cNvSpPr>
          <p:nvPr>
            <p:ph type="body" idx="24"/>
          </p:nvPr>
        </p:nvSpPr>
        <p:spPr>
          <a:xfrm>
            <a:off x="285534" y="1266940"/>
            <a:ext cx="3083906" cy="4625267"/>
          </a:xfrm>
          <a:prstGeom prst="rect">
            <a:avLst/>
          </a:prstGeom>
        </p:spPr>
        <p:txBody>
          <a:bodyPr vert="horz" lIns="91440" tIns="45720" rIns="91440" bIns="45720" rtlCol="0" anchor="t">
            <a:normAutofit/>
          </a:bodyPr>
          <a:lstStyle/>
          <a:p>
            <a:pPr marL="140335" indent="-140335">
              <a:lnSpc>
                <a:spcPct val="80000"/>
              </a:lnSpc>
              <a:spcBef>
                <a:spcPts val="1600"/>
              </a:spcBef>
              <a:buSzPct val="100000"/>
            </a:pPr>
            <a:r>
              <a:rPr sz="1600" dirty="0">
                <a:latin typeface="IBM Plex Sans Light"/>
              </a:rPr>
              <a:t>Add the product(s) to basket</a:t>
            </a:r>
            <a:endParaRPr lang="en-US" sz="1600" dirty="0">
              <a:latin typeface="IBM Plex Sans Light"/>
            </a:endParaRPr>
          </a:p>
          <a:p>
            <a:pPr marL="140335" indent="-140335">
              <a:lnSpc>
                <a:spcPct val="80000"/>
              </a:lnSpc>
              <a:spcBef>
                <a:spcPts val="1600"/>
              </a:spcBef>
              <a:buSzPct val="100000"/>
            </a:pPr>
            <a:r>
              <a:rPr sz="1600" dirty="0">
                <a:latin typeface="IBM Plex Sans Light"/>
              </a:rPr>
              <a:t>Recommends items based on Order History</a:t>
            </a:r>
          </a:p>
        </p:txBody>
      </p:sp>
      <p:pic>
        <p:nvPicPr>
          <p:cNvPr id="650" name="Product Details.png" descr="Product Details.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615491" y="1379145"/>
            <a:ext cx="6580518" cy="4456648"/>
          </a:xfrm>
          <a:prstGeom prst="rect">
            <a:avLst/>
          </a:prstGeom>
          <a:ln w="12700">
            <a:miter lim="400000"/>
          </a:ln>
        </p:spPr>
      </p:pic>
      <p:pic>
        <p:nvPicPr>
          <p:cNvPr id="651" name="MacBook Pro M4 14-inch Silver.png" descr="MacBook Pro M4 14-inch Silver.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619500" y="748405"/>
            <a:ext cx="8572500" cy="5572995"/>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 name="Footer"/>
          <p:cNvSpPr txBox="1">
            <a:spLocks noGrp="1"/>
          </p:cNvSpPr>
          <p:nvPr>
            <p:ph type="body" idx="22"/>
          </p:nvPr>
        </p:nvSpPr>
        <p:spPr>
          <a:prstGeom prst="rect">
            <a:avLst/>
          </a:prstGeom>
        </p:spPr>
        <p:txBody>
          <a:bodyPr>
            <a:normAutofit fontScale="92500"/>
          </a:bodyPr>
          <a:lstStyle/>
          <a:p>
            <a:r>
              <a:t>Footer</a:t>
            </a:r>
          </a:p>
        </p:txBody>
      </p:sp>
      <p:sp>
        <p:nvSpPr>
          <p:cNvPr id="654" name="Payment &amp; Purchase"/>
          <p:cNvSpPr txBox="1">
            <a:spLocks noGrp="1"/>
          </p:cNvSpPr>
          <p:nvPr>
            <p:ph type="body" idx="23"/>
          </p:nvPr>
        </p:nvSpPr>
        <p:spPr>
          <a:xfrm>
            <a:off x="285534" y="285902"/>
            <a:ext cx="10100858" cy="767063"/>
          </a:xfrm>
          <a:prstGeom prst="rect">
            <a:avLst/>
          </a:prstGeom>
          <a:ln w="12700">
            <a:miter lim="400000"/>
          </a:ln>
        </p:spPr>
        <p:txBody>
          <a:bodyPr vert="horz" lIns="0" tIns="0" rIns="0" bIns="0" rtlCol="0" anchor="t">
            <a:normAutofit/>
          </a:bodyPr>
          <a:lstStyle>
            <a:lvl1pPr>
              <a:defRPr sz="4200"/>
            </a:lvl1pPr>
          </a:lstStyle>
          <a:p>
            <a:pPr marL="0" indent="0" hangingPunct="0">
              <a:lnSpc>
                <a:spcPct val="90000"/>
              </a:lnSpc>
              <a:buNone/>
            </a:pPr>
            <a:r>
              <a:rPr sz="3400" dirty="0">
                <a:latin typeface="IBM Plex Sans Light"/>
              </a:rPr>
              <a:t>Payment &amp; Purchase</a:t>
            </a:r>
            <a:endParaRPr lang="en-US" dirty="0"/>
          </a:p>
        </p:txBody>
      </p:sp>
      <p:sp>
        <p:nvSpPr>
          <p:cNvPr id="655" name="Text Placeholder 5"/>
          <p:cNvSpPr>
            <a:spLocks noGrp="1"/>
          </p:cNvSpPr>
          <p:nvPr>
            <p:ph type="body" idx="24"/>
          </p:nvPr>
        </p:nvSpPr>
        <p:spPr>
          <a:xfrm>
            <a:off x="286062" y="1266940"/>
            <a:ext cx="3808860" cy="4824669"/>
          </a:xfrm>
          <a:prstGeom prst="rect">
            <a:avLst/>
          </a:prstGeom>
        </p:spPr>
        <p:txBody>
          <a:bodyPr vert="horz" lIns="91440" tIns="45720" rIns="91440" bIns="45720" rtlCol="0" anchor="t">
            <a:normAutofit/>
          </a:bodyPr>
          <a:lstStyle/>
          <a:p>
            <a:pPr marL="140335" indent="-140335">
              <a:lnSpc>
                <a:spcPct val="80000"/>
              </a:lnSpc>
              <a:spcBef>
                <a:spcPts val="1600"/>
              </a:spcBef>
              <a:buSzPct val="100000"/>
            </a:pPr>
            <a:r>
              <a:rPr sz="1600" dirty="0">
                <a:latin typeface="IBM Plex Sans Light"/>
              </a:rPr>
              <a:t>Select the address for delivery</a:t>
            </a:r>
            <a:endParaRPr lang="en-US" sz="1600" dirty="0">
              <a:latin typeface="IBM Plex Sans Light"/>
            </a:endParaRPr>
          </a:p>
          <a:p>
            <a:pPr marL="140335" indent="-140335">
              <a:lnSpc>
                <a:spcPct val="80000"/>
              </a:lnSpc>
              <a:spcBef>
                <a:spcPts val="1600"/>
              </a:spcBef>
              <a:buSzPct val="100000"/>
            </a:pPr>
            <a:r>
              <a:rPr sz="1600" dirty="0">
                <a:latin typeface="IBM Plex Sans Light"/>
              </a:rPr>
              <a:t>Initiate payment with the right option</a:t>
            </a:r>
          </a:p>
          <a:p>
            <a:pPr marL="140335" indent="-140335">
              <a:lnSpc>
                <a:spcPct val="80000"/>
              </a:lnSpc>
              <a:spcBef>
                <a:spcPts val="1600"/>
              </a:spcBef>
              <a:buSzPct val="100000"/>
            </a:pPr>
            <a:r>
              <a:rPr sz="1600" dirty="0">
                <a:latin typeface="IBM Plex Sans Light"/>
              </a:rPr>
              <a:t>Redeem gift points </a:t>
            </a:r>
          </a:p>
        </p:txBody>
      </p:sp>
      <p:pic>
        <p:nvPicPr>
          <p:cNvPr id="656" name="Check Out.png" descr="Check Out.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615491" y="1379145"/>
            <a:ext cx="6580518" cy="4456648"/>
          </a:xfrm>
          <a:prstGeom prst="rect">
            <a:avLst/>
          </a:prstGeom>
          <a:ln w="12700">
            <a:miter lim="400000"/>
          </a:ln>
        </p:spPr>
      </p:pic>
      <p:pic>
        <p:nvPicPr>
          <p:cNvPr id="657" name="MacBook Pro M4 14-inch Silver.png" descr="MacBook Pro M4 14-inch Silver.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619500" y="729114"/>
            <a:ext cx="8572500" cy="5572995"/>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 name="Footer"/>
          <p:cNvSpPr txBox="1">
            <a:spLocks noGrp="1"/>
          </p:cNvSpPr>
          <p:nvPr>
            <p:ph type="body" idx="22"/>
          </p:nvPr>
        </p:nvSpPr>
        <p:spPr>
          <a:prstGeom prst="rect">
            <a:avLst/>
          </a:prstGeom>
        </p:spPr>
        <p:txBody>
          <a:bodyPr>
            <a:normAutofit fontScale="92500"/>
          </a:bodyPr>
          <a:lstStyle/>
          <a:p>
            <a:r>
              <a:t>Footer</a:t>
            </a:r>
          </a:p>
        </p:txBody>
      </p:sp>
      <p:sp>
        <p:nvSpPr>
          <p:cNvPr id="660" name="Payment &amp; Purchase"/>
          <p:cNvSpPr txBox="1">
            <a:spLocks noGrp="1"/>
          </p:cNvSpPr>
          <p:nvPr>
            <p:ph type="body" idx="23"/>
          </p:nvPr>
        </p:nvSpPr>
        <p:spPr>
          <a:xfrm>
            <a:off x="285534" y="285902"/>
            <a:ext cx="8460901" cy="767063"/>
          </a:xfrm>
          <a:prstGeom prst="rect">
            <a:avLst/>
          </a:prstGeom>
        </p:spPr>
        <p:txBody>
          <a:bodyPr vert="horz" lIns="91440" tIns="45720" rIns="91440" bIns="45720" rtlCol="0" anchor="t">
            <a:normAutofit/>
          </a:bodyPr>
          <a:lstStyle>
            <a:lvl1pPr>
              <a:defRPr sz="4200"/>
            </a:lvl1pPr>
          </a:lstStyle>
          <a:p>
            <a:pPr marL="0" indent="0">
              <a:buNone/>
            </a:pPr>
            <a:r>
              <a:rPr lang="en-IN" sz="3400" dirty="0">
                <a:latin typeface="IBM Plex Sans Light"/>
              </a:rPr>
              <a:t>Payment Screen</a:t>
            </a:r>
            <a:endParaRPr lang="en-US" sz="3400" dirty="0">
              <a:latin typeface="IBM Plex Sans Light"/>
            </a:endParaRPr>
          </a:p>
        </p:txBody>
      </p:sp>
      <p:sp>
        <p:nvSpPr>
          <p:cNvPr id="661" name="Text Placeholder 5"/>
          <p:cNvSpPr>
            <a:spLocks noGrp="1"/>
          </p:cNvSpPr>
          <p:nvPr>
            <p:ph type="body" idx="24"/>
          </p:nvPr>
        </p:nvSpPr>
        <p:spPr>
          <a:xfrm>
            <a:off x="286062" y="1266940"/>
            <a:ext cx="3594593" cy="4824669"/>
          </a:xfrm>
          <a:prstGeom prst="rect">
            <a:avLst/>
          </a:prstGeom>
        </p:spPr>
        <p:txBody>
          <a:bodyPr vert="horz" lIns="91440" tIns="45720" rIns="91440" bIns="45720" rtlCol="0" anchor="t">
            <a:normAutofit/>
          </a:bodyPr>
          <a:lstStyle>
            <a:lvl1pPr marL="280736" indent="-280736">
              <a:lnSpc>
                <a:spcPct val="80000"/>
              </a:lnSpc>
              <a:spcBef>
                <a:spcPts val="3200"/>
              </a:spcBef>
              <a:buSzPct val="100000"/>
              <a:buChar char="•"/>
            </a:lvl1pPr>
          </a:lstStyle>
          <a:p>
            <a:pPr marL="280670" indent="-280670"/>
            <a:r>
              <a:rPr lang="en-US" sz="1600" dirty="0">
                <a:latin typeface="IBM Plex Sans Light"/>
              </a:rPr>
              <a:t>Initiate payment with the right option (e.g., Credit card, Debit card)</a:t>
            </a:r>
          </a:p>
          <a:p>
            <a:pPr marL="280670" indent="-280670"/>
            <a:r>
              <a:rPr lang="en-US" sz="1600" dirty="0">
                <a:latin typeface="IBM Plex Sans Light"/>
              </a:rPr>
              <a:t>Complete the payment</a:t>
            </a:r>
          </a:p>
        </p:txBody>
      </p:sp>
      <p:pic>
        <p:nvPicPr>
          <p:cNvPr id="662" name="Payment.png" descr="Payment.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615491" y="1379145"/>
            <a:ext cx="6580518" cy="4456648"/>
          </a:xfrm>
          <a:prstGeom prst="rect">
            <a:avLst/>
          </a:prstGeom>
          <a:ln w="12700">
            <a:miter lim="400000"/>
          </a:ln>
        </p:spPr>
      </p:pic>
      <p:pic>
        <p:nvPicPr>
          <p:cNvPr id="663" name="MacBook Pro M4 14-inch Silver.png" descr="MacBook Pro M4 14-inch Silver.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619500" y="729114"/>
            <a:ext cx="8572500" cy="5572995"/>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 name="Footer"/>
          <p:cNvSpPr txBox="1">
            <a:spLocks noGrp="1"/>
          </p:cNvSpPr>
          <p:nvPr>
            <p:ph type="body" idx="22"/>
          </p:nvPr>
        </p:nvSpPr>
        <p:spPr>
          <a:prstGeom prst="rect">
            <a:avLst/>
          </a:prstGeom>
        </p:spPr>
        <p:txBody>
          <a:bodyPr>
            <a:normAutofit fontScale="92500"/>
          </a:bodyPr>
          <a:lstStyle/>
          <a:p>
            <a:r>
              <a:t>Footer</a:t>
            </a:r>
          </a:p>
        </p:txBody>
      </p:sp>
      <p:sp>
        <p:nvSpPr>
          <p:cNvPr id="666" name="Payment &amp; Purchase"/>
          <p:cNvSpPr txBox="1">
            <a:spLocks noGrp="1"/>
          </p:cNvSpPr>
          <p:nvPr>
            <p:ph type="body" idx="23"/>
          </p:nvPr>
        </p:nvSpPr>
        <p:spPr>
          <a:xfrm>
            <a:off x="285534" y="285902"/>
            <a:ext cx="7476927" cy="767063"/>
          </a:xfrm>
          <a:prstGeom prst="rect">
            <a:avLst/>
          </a:prstGeom>
          <a:ln w="12700">
            <a:miter lim="400000"/>
          </a:ln>
        </p:spPr>
        <p:txBody>
          <a:bodyPr vert="horz" lIns="0" tIns="0" rIns="0" bIns="0" rtlCol="0" anchor="t">
            <a:normAutofit/>
          </a:bodyPr>
          <a:lstStyle>
            <a:lvl1pPr>
              <a:defRPr sz="4200"/>
            </a:lvl1pPr>
          </a:lstStyle>
          <a:p>
            <a:pPr marL="0" indent="0">
              <a:buNone/>
            </a:pPr>
            <a:r>
              <a:rPr sz="3400" dirty="0">
                <a:latin typeface="IBM Plex Sans Light"/>
              </a:rPr>
              <a:t>Payment &amp; Purchase</a:t>
            </a:r>
            <a:endParaRPr lang="en-US"/>
          </a:p>
        </p:txBody>
      </p:sp>
      <p:sp>
        <p:nvSpPr>
          <p:cNvPr id="667" name="Text Placeholder 5"/>
          <p:cNvSpPr>
            <a:spLocks noGrp="1"/>
          </p:cNvSpPr>
          <p:nvPr>
            <p:ph type="body" idx="24"/>
          </p:nvPr>
        </p:nvSpPr>
        <p:spPr>
          <a:xfrm>
            <a:off x="286061" y="1266940"/>
            <a:ext cx="3977826" cy="4824669"/>
          </a:xfrm>
          <a:prstGeom prst="rect">
            <a:avLst/>
          </a:prstGeom>
        </p:spPr>
        <p:txBody>
          <a:bodyPr vert="horz" lIns="91440" tIns="45720" rIns="91440" bIns="45720" rtlCol="0" anchor="t">
            <a:normAutofit/>
          </a:bodyPr>
          <a:lstStyle>
            <a:lvl1pPr marL="280736" indent="-280736">
              <a:lnSpc>
                <a:spcPct val="80000"/>
              </a:lnSpc>
              <a:spcBef>
                <a:spcPts val="3200"/>
              </a:spcBef>
              <a:buSzPct val="100000"/>
              <a:buChar char="•"/>
            </a:lvl1pPr>
          </a:lstStyle>
          <a:p>
            <a:pPr marL="280670" indent="-280670"/>
            <a:r>
              <a:rPr lang="en-US" sz="1600" dirty="0">
                <a:latin typeface="IBM Plex Sans Light"/>
              </a:rPr>
              <a:t>Confirmation on purchase</a:t>
            </a:r>
          </a:p>
          <a:p>
            <a:pPr marL="280670" indent="-280670"/>
            <a:r>
              <a:rPr lang="en-US" sz="1600" dirty="0">
                <a:latin typeface="IBM Plex Sans Light"/>
              </a:rPr>
              <a:t>The message should bring up the purchase completion</a:t>
            </a:r>
          </a:p>
        </p:txBody>
      </p:sp>
      <p:pic>
        <p:nvPicPr>
          <p:cNvPr id="668" name="Successful.png" descr="Successful.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615491" y="1379145"/>
            <a:ext cx="6580518" cy="4456648"/>
          </a:xfrm>
          <a:prstGeom prst="rect">
            <a:avLst/>
          </a:prstGeom>
          <a:ln w="12700">
            <a:miter lim="400000"/>
          </a:ln>
        </p:spPr>
      </p:pic>
      <p:pic>
        <p:nvPicPr>
          <p:cNvPr id="669" name="MacBook Pro M4 14-inch Silver.png" descr="MacBook Pro M4 14-inch Silver.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619500" y="729114"/>
            <a:ext cx="8572500" cy="5572995"/>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33A232E-600C-4FCD-84ED-7695939F1932}"/>
              </a:ext>
            </a:extLst>
          </p:cNvPr>
          <p:cNvSpPr>
            <a:spLocks noGrp="1"/>
          </p:cNvSpPr>
          <p:nvPr>
            <p:ph type="body" sz="quarter" idx="23"/>
          </p:nvPr>
        </p:nvSpPr>
        <p:spPr>
          <a:xfrm>
            <a:off x="285534" y="285902"/>
            <a:ext cx="12133294" cy="767063"/>
          </a:xfrm>
          <a:ln w="12700">
            <a:miter lim="400000"/>
          </a:ln>
        </p:spPr>
        <p:txBody>
          <a:bodyPr vert="horz" lIns="0" tIns="0" rIns="0" bIns="0" rtlCol="0" anchor="t">
            <a:normAutofit/>
          </a:bodyPr>
          <a:lstStyle/>
          <a:p>
            <a:pPr marL="0" indent="0">
              <a:buNone/>
            </a:pPr>
            <a:r>
              <a:rPr lang="en-IN" sz="3400" dirty="0">
                <a:latin typeface="IBM Plex Sans Light"/>
              </a:rPr>
              <a:t>Technology Components and Workflow</a:t>
            </a:r>
          </a:p>
        </p:txBody>
      </p:sp>
      <p:sp>
        <p:nvSpPr>
          <p:cNvPr id="6" name="TextBox 5">
            <a:extLst>
              <a:ext uri="{FF2B5EF4-FFF2-40B4-BE49-F238E27FC236}">
                <a16:creationId xmlns:a16="http://schemas.microsoft.com/office/drawing/2014/main" id="{79CE9179-74AD-CBC2-B37E-00BC8737C477}"/>
              </a:ext>
            </a:extLst>
          </p:cNvPr>
          <p:cNvSpPr txBox="1"/>
          <p:nvPr/>
        </p:nvSpPr>
        <p:spPr>
          <a:xfrm>
            <a:off x="285534" y="1571407"/>
            <a:ext cx="9740969" cy="29854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285750" indent="-285750" defTabSz="580644" hangingPunct="0">
              <a:buFont typeface="Arial" panose="020B0604020202020204" pitchFamily="34" charset="0"/>
              <a:buChar char="•"/>
            </a:pPr>
            <a:r>
              <a:rPr lang="en-IN" sz="1600" kern="0" dirty="0">
                <a:solidFill>
                  <a:srgbClr val="000000"/>
                </a:solidFill>
                <a:latin typeface="IBM Plex Sans Light"/>
                <a:ea typeface="IBM Plex Sans Light"/>
                <a:cs typeface="IBM Plex Sans Light"/>
                <a:sym typeface="IBM Plex Sans Light"/>
              </a:rPr>
              <a:t>Database: PostgreSQL</a:t>
            </a:r>
          </a:p>
          <a:p>
            <a:pPr marL="285750" indent="-285750" defTabSz="580644" hangingPunct="0">
              <a:buFont typeface="Arial" panose="020B0604020202020204" pitchFamily="34" charset="0"/>
              <a:buChar char="•"/>
            </a:pPr>
            <a:r>
              <a:rPr lang="en-IN" sz="1600" kern="0" dirty="0">
                <a:solidFill>
                  <a:srgbClr val="000000"/>
                </a:solidFill>
                <a:latin typeface="IBM Plex Sans Light"/>
                <a:sym typeface="IBM Plex Sans Light"/>
              </a:rPr>
              <a:t>AI augmentation on UI: Vibe coding with IBM BOB (or AWS KIRO)</a:t>
            </a:r>
          </a:p>
          <a:p>
            <a:pPr marL="285750" indent="-285750" defTabSz="580644" hangingPunct="0">
              <a:buFont typeface="Arial" panose="020B0604020202020204" pitchFamily="34" charset="0"/>
              <a:buChar char="•"/>
            </a:pPr>
            <a:r>
              <a:rPr lang="en-IN" sz="1600" kern="0" dirty="0">
                <a:solidFill>
                  <a:srgbClr val="000000"/>
                </a:solidFill>
                <a:latin typeface="IBM Plex Sans Light"/>
                <a:ea typeface="IBM Plex Sans Light"/>
                <a:cs typeface="IBM Plex Sans Light"/>
                <a:sym typeface="IBM Plex Sans Light"/>
              </a:rPr>
              <a:t>Prepa</a:t>
            </a:r>
            <a:r>
              <a:rPr lang="en-IN" sz="1600" kern="0" dirty="0">
                <a:solidFill>
                  <a:srgbClr val="000000"/>
                </a:solidFill>
                <a:latin typeface="IBM Plex Sans Light"/>
                <a:sym typeface="IBM Plex Sans Light"/>
              </a:rPr>
              <a:t>re the data model design based on wireframes (Manual)</a:t>
            </a:r>
          </a:p>
          <a:p>
            <a:pPr marL="285750" indent="-285750" defTabSz="580644" hangingPunct="0">
              <a:buFont typeface="Arial" panose="020B0604020202020204" pitchFamily="34" charset="0"/>
              <a:buChar char="•"/>
            </a:pPr>
            <a:r>
              <a:rPr lang="en-IN" sz="1600" kern="0" dirty="0">
                <a:solidFill>
                  <a:srgbClr val="000000"/>
                </a:solidFill>
                <a:latin typeface="IBM Plex Sans Light"/>
                <a:sym typeface="IBM Plex Sans Light"/>
              </a:rPr>
              <a:t>Open API spec generation</a:t>
            </a:r>
          </a:p>
          <a:p>
            <a:pPr marL="285750" indent="-285750" defTabSz="580644" hangingPunct="0">
              <a:buFont typeface="Arial" panose="020B0604020202020204" pitchFamily="34" charset="0"/>
              <a:buChar char="•"/>
            </a:pPr>
            <a:r>
              <a:rPr lang="en-IN" sz="1600" kern="0" dirty="0">
                <a:solidFill>
                  <a:srgbClr val="000000"/>
                </a:solidFill>
                <a:latin typeface="IBM Plex Sans Light"/>
                <a:sym typeface="IBM Plex Sans Light"/>
              </a:rPr>
              <a:t>AI augmented backend services: IBM BOB (or AWS KIRO)</a:t>
            </a:r>
          </a:p>
          <a:p>
            <a:pPr marL="285750" indent="-285750" defTabSz="580644" hangingPunct="0">
              <a:buFont typeface="Arial" panose="020B0604020202020204" pitchFamily="34" charset="0"/>
              <a:buChar char="•"/>
            </a:pPr>
            <a:r>
              <a:rPr lang="en-IN" sz="1600" kern="0" dirty="0">
                <a:solidFill>
                  <a:srgbClr val="000000"/>
                </a:solidFill>
                <a:latin typeface="IBM Plex Sans Light"/>
                <a:sym typeface="IBM Plex Sans Light"/>
              </a:rPr>
              <a:t>AI augmented test case generator: ICA Agent (Choose an agent Ex: Test Scenario Generator, </a:t>
            </a:r>
            <a:br>
              <a:rPr lang="en-IN" sz="1600" kern="0" dirty="0">
                <a:solidFill>
                  <a:srgbClr val="000000"/>
                </a:solidFill>
                <a:latin typeface="IBM Plex Sans Light"/>
                <a:sym typeface="IBM Plex Sans Light"/>
              </a:rPr>
            </a:br>
            <a:r>
              <a:rPr lang="en-IN" sz="1600" kern="0" dirty="0">
                <a:solidFill>
                  <a:srgbClr val="000000"/>
                </a:solidFill>
                <a:latin typeface="IBM Plex Sans Light"/>
                <a:sym typeface="IBM Plex Sans Light"/>
              </a:rPr>
              <a:t>API Testcase generator, Test case generator for React etc..)</a:t>
            </a:r>
          </a:p>
          <a:p>
            <a:pPr marL="285750" indent="-285750" defTabSz="580644" hangingPunct="0">
              <a:buFont typeface="Arial" panose="020B0604020202020204" pitchFamily="34" charset="0"/>
              <a:buChar char="•"/>
            </a:pPr>
            <a:r>
              <a:rPr lang="en-IN" sz="1600" kern="0" dirty="0">
                <a:solidFill>
                  <a:srgbClr val="000000"/>
                </a:solidFill>
                <a:latin typeface="IBM Plex Sans Light"/>
                <a:sym typeface="IBM Plex Sans Light"/>
              </a:rPr>
              <a:t>Readiness and deployment on a local machine and if you have a cloud environment access (</a:t>
            </a:r>
            <a:r>
              <a:rPr lang="en-IN" sz="1600" kern="0" dirty="0" err="1">
                <a:solidFill>
                  <a:srgbClr val="000000"/>
                </a:solidFill>
                <a:latin typeface="IBM Plex Sans Light"/>
                <a:sym typeface="IBM Plex Sans Light"/>
              </a:rPr>
              <a:t>e.g</a:t>
            </a:r>
            <a:r>
              <a:rPr lang="en-IN" sz="1600" kern="0" dirty="0">
                <a:solidFill>
                  <a:srgbClr val="000000"/>
                </a:solidFill>
                <a:latin typeface="IBM Plex Sans Light"/>
                <a:sym typeface="IBM Plex Sans Light"/>
              </a:rPr>
              <a:t> AWS ROSA or IBM ROKS, you can deploy)</a:t>
            </a:r>
          </a:p>
          <a:p>
            <a:pPr marL="285750" indent="-285750" defTabSz="580644" hangingPunct="0">
              <a:buFont typeface="Arial" panose="020B0604020202020204" pitchFamily="34" charset="0"/>
              <a:buChar char="•"/>
            </a:pPr>
            <a:r>
              <a:rPr lang="en-IN" sz="1600" kern="0" dirty="0">
                <a:solidFill>
                  <a:srgbClr val="000000"/>
                </a:solidFill>
                <a:latin typeface="IBM Plex Sans Light"/>
                <a:sym typeface="IBM Plex Sans Light"/>
              </a:rPr>
              <a:t>PR on your personal GitHub with access provided to your Manager</a:t>
            </a:r>
          </a:p>
          <a:p>
            <a:pPr marL="285750" indent="-285750" defTabSz="580644" hangingPunct="0">
              <a:buFont typeface="Arial" panose="020B0604020202020204" pitchFamily="34" charset="0"/>
              <a:buChar char="•"/>
            </a:pPr>
            <a:r>
              <a:rPr lang="en-IN" sz="1600" kern="0" dirty="0">
                <a:solidFill>
                  <a:srgbClr val="000000"/>
                </a:solidFill>
                <a:latin typeface="IBM Plex Sans Light"/>
                <a:sym typeface="IBM Plex Sans Light"/>
              </a:rPr>
              <a:t>Record a video describing the steps and submit it to be reviewed by your Manager</a:t>
            </a:r>
          </a:p>
          <a:p>
            <a:pPr defTabSz="580644" hangingPunct="0"/>
            <a:endParaRPr lang="en-IN" b="1" kern="0" dirty="0">
              <a:solidFill>
                <a:srgbClr val="000000"/>
              </a:solidFill>
              <a:latin typeface="IBM Plex Sans Light"/>
              <a:ea typeface="IBM Plex Sans Light"/>
              <a:cs typeface="IBM Plex Sans Light"/>
              <a:sym typeface="IBM Plex Sans Light"/>
            </a:endParaRPr>
          </a:p>
        </p:txBody>
      </p:sp>
    </p:spTree>
    <p:extLst>
      <p:ext uri="{BB962C8B-B14F-4D97-AF65-F5344CB8AC3E}">
        <p14:creationId xmlns:p14="http://schemas.microsoft.com/office/powerpoint/2010/main" val="76905188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0531D-11C9-90EB-4B4B-E50645115B4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BD7DB93-45A0-5848-DE86-F98183664D3A}"/>
              </a:ext>
            </a:extLst>
          </p:cNvPr>
          <p:cNvSpPr txBox="1"/>
          <p:nvPr/>
        </p:nvSpPr>
        <p:spPr>
          <a:xfrm>
            <a:off x="447169" y="1029446"/>
            <a:ext cx="5353050" cy="48463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0">
            <a:scrgbClr r="0" g="0" b="0"/>
          </a:lnRef>
          <a:fillRef idx="0">
            <a:scrgbClr r="0" g="0" b="0"/>
          </a:fillRef>
          <a:effectRef idx="0">
            <a:scrgbClr r="0" g="0" b="0"/>
          </a:effectRef>
          <a:fontRef idx="none"/>
        </p:style>
        <p:txBody>
          <a:bodyPr rot="0" spcFirstLastPara="1" vertOverflow="overflow" horzOverflow="overflow" vert="horz" lIns="0" tIns="0" rIns="0" bIns="0" numCol="1" spcCol="38100" rtlCol="0" anchor="t">
            <a:noAutofit/>
          </a:bodyPr>
          <a:lstStyle/>
          <a:p>
            <a:pPr defTabSz="1219200">
              <a:lnSpc>
                <a:spcPct val="90000"/>
              </a:lnSpc>
              <a:spcAft>
                <a:spcPts val="300"/>
              </a:spcAft>
              <a:defRPr sz="6800"/>
            </a:pPr>
            <a:r>
              <a:rPr lang="en-US" sz="1200" b="1" dirty="0">
                <a:latin typeface="IBM Plex Sans" panose="020B0503050203000203" pitchFamily="34" charset="0"/>
              </a:rPr>
              <a:t> Step 1: Analyze Wireframe</a:t>
            </a:r>
          </a:p>
          <a:p>
            <a:pPr defTabSz="1219200">
              <a:lnSpc>
                <a:spcPct val="90000"/>
              </a:lnSpc>
              <a:spcAft>
                <a:spcPts val="300"/>
              </a:spcAft>
              <a:defRPr sz="6800"/>
            </a:pPr>
            <a:r>
              <a:rPr lang="en-US" sz="1200" dirty="0">
                <a:latin typeface="IBM Plex Sans" panose="020B0503050203000203" pitchFamily="34" charset="0"/>
              </a:rPr>
              <a:t>  - Open wireframe documents referred from slide 5- Slide 10</a:t>
            </a:r>
          </a:p>
          <a:p>
            <a:pPr defTabSz="1219200">
              <a:lnSpc>
                <a:spcPct val="90000"/>
              </a:lnSpc>
              <a:spcAft>
                <a:spcPts val="300"/>
              </a:spcAft>
              <a:defRPr sz="6800"/>
            </a:pPr>
            <a:r>
              <a:rPr lang="en-US" sz="1200" dirty="0">
                <a:latin typeface="IBM Plex Sans" panose="020B0503050203000203" pitchFamily="34" charset="0"/>
              </a:rPr>
              <a:t>  - Identify data entities (Product, User, Order, etc.)</a:t>
            </a:r>
          </a:p>
          <a:p>
            <a:pPr defTabSz="1219200">
              <a:lnSpc>
                <a:spcPct val="90000"/>
              </a:lnSpc>
              <a:spcAft>
                <a:spcPts val="300"/>
              </a:spcAft>
              <a:defRPr sz="6800"/>
            </a:pPr>
            <a:r>
              <a:rPr lang="en-US" sz="1200" dirty="0">
                <a:latin typeface="IBM Plex Sans" panose="020B0503050203000203" pitchFamily="34" charset="0"/>
              </a:rPr>
              <a:t>  - List required features (search, filter, add to cart, etc.)</a:t>
            </a:r>
          </a:p>
          <a:p>
            <a:pPr defTabSz="1219200">
              <a:lnSpc>
                <a:spcPct val="90000"/>
              </a:lnSpc>
              <a:spcAft>
                <a:spcPts val="300"/>
              </a:spcAft>
              <a:defRPr sz="6800"/>
            </a:pPr>
            <a:endParaRPr lang="en-US" sz="1200" dirty="0">
              <a:latin typeface="IBM Plex Sans" panose="020B0503050203000203" pitchFamily="34" charset="0"/>
            </a:endParaRPr>
          </a:p>
          <a:p>
            <a:pPr defTabSz="1219200">
              <a:lnSpc>
                <a:spcPct val="90000"/>
              </a:lnSpc>
              <a:spcAft>
                <a:spcPts val="300"/>
              </a:spcAft>
              <a:defRPr sz="6800"/>
            </a:pPr>
            <a:r>
              <a:rPr lang="en-US" sz="1200" b="1" dirty="0">
                <a:latin typeface="IBM Plex Sans" panose="020B0503050203000203" pitchFamily="34" charset="0"/>
              </a:rPr>
              <a:t>  Step 2: Open IBM BOB/KIRO</a:t>
            </a:r>
          </a:p>
          <a:p>
            <a:pPr defTabSz="1219200">
              <a:lnSpc>
                <a:spcPct val="90000"/>
              </a:lnSpc>
              <a:spcAft>
                <a:spcPts val="300"/>
              </a:spcAft>
              <a:defRPr sz="6800"/>
            </a:pPr>
            <a:r>
              <a:rPr lang="en-US" sz="1200" dirty="0">
                <a:latin typeface="IBM Plex Sans" panose="020B0503050203000203" pitchFamily="34" charset="0"/>
              </a:rPr>
              <a:t>  - Launch IBM BOB or KIRO tool</a:t>
            </a:r>
          </a:p>
          <a:p>
            <a:pPr defTabSz="1219200">
              <a:lnSpc>
                <a:spcPct val="90000"/>
              </a:lnSpc>
              <a:spcAft>
                <a:spcPts val="300"/>
              </a:spcAft>
              <a:defRPr sz="6800"/>
            </a:pPr>
            <a:r>
              <a:rPr lang="en-US" sz="1200" dirty="0">
                <a:latin typeface="IBM Plex Sans" panose="020B0503050203000203" pitchFamily="34" charset="0"/>
              </a:rPr>
              <a:t>  - Start a new session for backend development</a:t>
            </a:r>
          </a:p>
          <a:p>
            <a:pPr defTabSz="1219200">
              <a:lnSpc>
                <a:spcPct val="90000"/>
              </a:lnSpc>
              <a:spcAft>
                <a:spcPts val="300"/>
              </a:spcAft>
              <a:defRPr sz="6800"/>
            </a:pPr>
            <a:endParaRPr lang="en-US" sz="1200" dirty="0">
              <a:latin typeface="IBM Plex Sans" panose="020B0503050203000203" pitchFamily="34" charset="0"/>
            </a:endParaRPr>
          </a:p>
          <a:p>
            <a:pPr defTabSz="1219200">
              <a:lnSpc>
                <a:spcPct val="90000"/>
              </a:lnSpc>
              <a:spcAft>
                <a:spcPts val="300"/>
              </a:spcAft>
              <a:defRPr sz="6800"/>
            </a:pPr>
            <a:r>
              <a:rPr lang="en-US" sz="1200" b="1" dirty="0">
                <a:latin typeface="IBM Plex Sans" panose="020B0503050203000203" pitchFamily="34" charset="0"/>
              </a:rPr>
              <a:t>  Step 3: Generate API Specification</a:t>
            </a:r>
          </a:p>
          <a:p>
            <a:pPr defTabSz="1219200">
              <a:lnSpc>
                <a:spcPct val="90000"/>
              </a:lnSpc>
              <a:spcAft>
                <a:spcPts val="300"/>
              </a:spcAft>
              <a:defRPr sz="6800"/>
            </a:pPr>
            <a:r>
              <a:rPr lang="en-US" sz="1200" dirty="0">
                <a:latin typeface="IBM Plex Sans" panose="020B0503050203000203" pitchFamily="34" charset="0"/>
              </a:rPr>
              <a:t>  - Upload wireframe to BOB/KIRO</a:t>
            </a:r>
          </a:p>
          <a:p>
            <a:pPr defTabSz="1219200">
              <a:lnSpc>
                <a:spcPct val="90000"/>
              </a:lnSpc>
              <a:spcAft>
                <a:spcPts val="300"/>
              </a:spcAft>
              <a:defRPr sz="6800"/>
            </a:pPr>
            <a:r>
              <a:rPr lang="en-US" sz="1200" dirty="0">
                <a:latin typeface="IBM Plex Sans" panose="020B0503050203000203" pitchFamily="34" charset="0"/>
              </a:rPr>
              <a:t>  - Ask: "Generate OpenAPI specification for this e-commerce wireframe"</a:t>
            </a:r>
          </a:p>
          <a:p>
            <a:pPr defTabSz="1219200">
              <a:lnSpc>
                <a:spcPct val="90000"/>
              </a:lnSpc>
              <a:spcAft>
                <a:spcPts val="300"/>
              </a:spcAft>
              <a:defRPr sz="6800"/>
            </a:pPr>
            <a:r>
              <a:rPr lang="en-US" sz="1200" dirty="0">
                <a:latin typeface="IBM Plex Sans" panose="020B0503050203000203" pitchFamily="34" charset="0"/>
              </a:rPr>
              <a:t>  - Specify entities and operations needed</a:t>
            </a:r>
          </a:p>
          <a:p>
            <a:pPr defTabSz="1219200">
              <a:lnSpc>
                <a:spcPct val="90000"/>
              </a:lnSpc>
              <a:spcAft>
                <a:spcPts val="300"/>
              </a:spcAft>
              <a:defRPr sz="6800"/>
            </a:pPr>
            <a:r>
              <a:rPr lang="en-US" sz="1200" dirty="0">
                <a:latin typeface="IBM Plex Sans" panose="020B0503050203000203" pitchFamily="34" charset="0"/>
              </a:rPr>
              <a:t>  - Review and save the generated API spec</a:t>
            </a:r>
          </a:p>
          <a:p>
            <a:pPr defTabSz="1219200">
              <a:lnSpc>
                <a:spcPct val="90000"/>
              </a:lnSpc>
              <a:spcAft>
                <a:spcPts val="300"/>
              </a:spcAft>
              <a:defRPr sz="6800"/>
            </a:pPr>
            <a:endParaRPr lang="en-US" sz="1200" dirty="0">
              <a:latin typeface="IBM Plex Sans" panose="020B0503050203000203" pitchFamily="34" charset="0"/>
            </a:endParaRPr>
          </a:p>
          <a:p>
            <a:pPr defTabSz="1219200">
              <a:lnSpc>
                <a:spcPct val="90000"/>
              </a:lnSpc>
              <a:spcAft>
                <a:spcPts val="300"/>
              </a:spcAft>
              <a:defRPr sz="6800"/>
            </a:pPr>
            <a:r>
              <a:rPr lang="en-US" sz="1200" b="1" dirty="0">
                <a:latin typeface="IBM Plex Sans" panose="020B0503050203000203" pitchFamily="34" charset="0"/>
              </a:rPr>
              <a:t>  Step 4: Generate Spring Boot Code</a:t>
            </a:r>
          </a:p>
          <a:p>
            <a:pPr defTabSz="1219200">
              <a:lnSpc>
                <a:spcPct val="90000"/>
              </a:lnSpc>
              <a:spcAft>
                <a:spcPts val="300"/>
              </a:spcAft>
              <a:defRPr sz="6800"/>
            </a:pPr>
            <a:r>
              <a:rPr lang="en-US" sz="1200" dirty="0">
                <a:latin typeface="IBM Plex Sans" panose="020B0503050203000203" pitchFamily="34" charset="0"/>
              </a:rPr>
              <a:t>  - Provide API spec to BOB/KIRO</a:t>
            </a:r>
          </a:p>
          <a:p>
            <a:pPr defTabSz="1219200">
              <a:lnSpc>
                <a:spcPct val="90000"/>
              </a:lnSpc>
              <a:spcAft>
                <a:spcPts val="300"/>
              </a:spcAft>
              <a:defRPr sz="6800"/>
            </a:pPr>
            <a:r>
              <a:rPr lang="en-US" sz="1200" dirty="0">
                <a:latin typeface="IBM Plex Sans" panose="020B0503050203000203" pitchFamily="34" charset="0"/>
              </a:rPr>
              <a:t>  - Ask: "Generate Spring Boot application with these APIs"</a:t>
            </a:r>
          </a:p>
          <a:p>
            <a:pPr defTabSz="1219200">
              <a:lnSpc>
                <a:spcPct val="90000"/>
              </a:lnSpc>
              <a:spcAft>
                <a:spcPts val="300"/>
              </a:spcAft>
              <a:defRPr sz="6800"/>
            </a:pPr>
            <a:r>
              <a:rPr lang="en-US" sz="1200" dirty="0">
                <a:latin typeface="IBM Plex Sans" panose="020B0503050203000203" pitchFamily="34" charset="0"/>
              </a:rPr>
              <a:t>  - Specify: Java version, database type (MySQL/H2), dependencies needed</a:t>
            </a:r>
          </a:p>
          <a:p>
            <a:pPr defTabSz="1219200">
              <a:lnSpc>
                <a:spcPct val="90000"/>
              </a:lnSpc>
              <a:spcAft>
                <a:spcPts val="300"/>
              </a:spcAft>
              <a:defRPr sz="6800"/>
            </a:pPr>
            <a:r>
              <a:rPr lang="en-US" sz="1200" dirty="0">
                <a:latin typeface="IBM Plex Sans" panose="020B0503050203000203" pitchFamily="34" charset="0"/>
              </a:rPr>
              <a:t>  - Download/copy generated code</a:t>
            </a:r>
          </a:p>
          <a:p>
            <a:pPr defTabSz="1219200">
              <a:lnSpc>
                <a:spcPct val="90000"/>
              </a:lnSpc>
              <a:spcAft>
                <a:spcPts val="300"/>
              </a:spcAft>
              <a:defRPr sz="6800"/>
            </a:pPr>
            <a:endParaRPr lang="en-US" sz="1200" dirty="0">
              <a:latin typeface="IBM Plex Sans" panose="020B0503050203000203" pitchFamily="34" charset="0"/>
            </a:endParaRPr>
          </a:p>
          <a:p>
            <a:pPr defTabSz="1219200">
              <a:lnSpc>
                <a:spcPct val="90000"/>
              </a:lnSpc>
              <a:spcAft>
                <a:spcPts val="300"/>
              </a:spcAft>
              <a:defRPr sz="6800"/>
            </a:pPr>
            <a:r>
              <a:rPr lang="en-US" sz="1200" b="1" dirty="0">
                <a:latin typeface="IBM Plex Sans" panose="020B0503050203000203" pitchFamily="34" charset="0"/>
              </a:rPr>
              <a:t>  Step 5: Setup Project Locally</a:t>
            </a:r>
          </a:p>
          <a:p>
            <a:pPr defTabSz="1219200">
              <a:lnSpc>
                <a:spcPct val="90000"/>
              </a:lnSpc>
              <a:spcAft>
                <a:spcPts val="300"/>
              </a:spcAft>
              <a:defRPr sz="6800"/>
            </a:pPr>
            <a:r>
              <a:rPr lang="en-US" sz="1200" dirty="0">
                <a:latin typeface="IBM Plex Sans" panose="020B0503050203000203" pitchFamily="34" charset="0"/>
              </a:rPr>
              <a:t>  - Extract/organize generated code</a:t>
            </a:r>
          </a:p>
          <a:p>
            <a:pPr defTabSz="1219200">
              <a:lnSpc>
                <a:spcPct val="90000"/>
              </a:lnSpc>
              <a:spcAft>
                <a:spcPts val="300"/>
              </a:spcAft>
              <a:defRPr sz="6800"/>
            </a:pPr>
            <a:r>
              <a:rPr lang="en-US" sz="1200" dirty="0">
                <a:latin typeface="IBM Plex Sans" panose="020B0503050203000203" pitchFamily="34" charset="0"/>
              </a:rPr>
              <a:t>  - Open in IDE (IntelliJ, VS Code)</a:t>
            </a:r>
          </a:p>
          <a:p>
            <a:pPr defTabSz="1219200">
              <a:lnSpc>
                <a:spcPct val="90000"/>
              </a:lnSpc>
              <a:spcAft>
                <a:spcPts val="300"/>
              </a:spcAft>
              <a:defRPr sz="6800"/>
            </a:pPr>
            <a:r>
              <a:rPr lang="en-US" sz="1200" dirty="0">
                <a:latin typeface="IBM Plex Sans" panose="020B0503050203000203" pitchFamily="34" charset="0"/>
              </a:rPr>
              <a:t>  - Review project structure (controllers, services, repositories,</a:t>
            </a:r>
          </a:p>
          <a:p>
            <a:pPr defTabSz="1219200">
              <a:lnSpc>
                <a:spcPct val="90000"/>
              </a:lnSpc>
              <a:spcAft>
                <a:spcPts val="300"/>
              </a:spcAft>
              <a:defRPr sz="6800"/>
            </a:pPr>
            <a:r>
              <a:rPr lang="en-US" sz="1200" dirty="0">
                <a:latin typeface="IBM Plex Sans" panose="020B0503050203000203" pitchFamily="34" charset="0"/>
              </a:rPr>
              <a:t>  entities)</a:t>
            </a:r>
            <a:endParaRPr lang="en-US" sz="1200" dirty="0">
              <a:latin typeface="IBM Plex Sans" panose="020B0503050203000203" pitchFamily="34" charset="0"/>
              <a:ea typeface="IBM Plex Sans Light"/>
              <a:cs typeface="IBM Plex Sans Light"/>
              <a:sym typeface="IBM Plex Sans Light"/>
            </a:endParaRPr>
          </a:p>
        </p:txBody>
      </p:sp>
      <p:sp>
        <p:nvSpPr>
          <p:cNvPr id="4" name="Text Placeholder 3">
            <a:extLst>
              <a:ext uri="{FF2B5EF4-FFF2-40B4-BE49-F238E27FC236}">
                <a16:creationId xmlns:a16="http://schemas.microsoft.com/office/drawing/2014/main" id="{8E5ED458-6246-C8D7-BEC0-17A70127F013}"/>
              </a:ext>
            </a:extLst>
          </p:cNvPr>
          <p:cNvSpPr>
            <a:spLocks noGrp="1"/>
          </p:cNvSpPr>
          <p:nvPr>
            <p:ph type="body" sz="half" idx="23"/>
          </p:nvPr>
        </p:nvSpPr>
        <p:spPr>
          <a:xfrm>
            <a:off x="276226" y="160168"/>
            <a:ext cx="11166475" cy="1449558"/>
          </a:xfrm>
          <a:ln w="12700">
            <a:miter lim="400000"/>
          </a:ln>
        </p:spPr>
        <p:txBody>
          <a:bodyPr vert="horz" lIns="0" tIns="0" rIns="0" bIns="0" rtlCol="0" anchor="t">
            <a:normAutofit/>
          </a:bodyPr>
          <a:lstStyle/>
          <a:p>
            <a:pPr marL="0" indent="0">
              <a:buNone/>
            </a:pPr>
            <a:r>
              <a:rPr lang="en-US" sz="3400" dirty="0">
                <a:latin typeface="IBM Plex Sans Light"/>
              </a:rPr>
              <a:t>Backend API Development Workflow with IBM BOB/KIRO</a:t>
            </a:r>
            <a:endParaRPr lang="en-IN" sz="3400" dirty="0">
              <a:latin typeface="IBM Plex Sans Light"/>
            </a:endParaRPr>
          </a:p>
        </p:txBody>
      </p:sp>
      <p:sp>
        <p:nvSpPr>
          <p:cNvPr id="2" name="TextBox 1">
            <a:extLst>
              <a:ext uri="{FF2B5EF4-FFF2-40B4-BE49-F238E27FC236}">
                <a16:creationId xmlns:a16="http://schemas.microsoft.com/office/drawing/2014/main" id="{FCA58A74-9F70-C121-5DFF-EA7F55644067}"/>
              </a:ext>
            </a:extLst>
          </p:cNvPr>
          <p:cNvSpPr txBox="1"/>
          <p:nvPr/>
        </p:nvSpPr>
        <p:spPr>
          <a:xfrm>
            <a:off x="5971162" y="1029446"/>
            <a:ext cx="5636925" cy="48463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0">
            <a:scrgbClr r="0" g="0" b="0"/>
          </a:lnRef>
          <a:fillRef idx="0">
            <a:scrgbClr r="0" g="0" b="0"/>
          </a:fillRef>
          <a:effectRef idx="0">
            <a:scrgbClr r="0" g="0" b="0"/>
          </a:effectRef>
          <a:fontRef idx="none"/>
        </p:style>
        <p:txBody>
          <a:bodyPr rot="0" spcFirstLastPara="1" vertOverflow="overflow" horzOverflow="overflow" vert="horz" lIns="0" tIns="0" rIns="0" bIns="0" numCol="1" spcCol="38100" rtlCol="0" anchor="t">
            <a:noAutofit/>
          </a:bodyPr>
          <a:lstStyle/>
          <a:p>
            <a:pPr defTabSz="1219200">
              <a:lnSpc>
                <a:spcPct val="90000"/>
              </a:lnSpc>
              <a:spcAft>
                <a:spcPts val="300"/>
              </a:spcAft>
              <a:defRPr sz="6800"/>
            </a:pPr>
            <a:r>
              <a:rPr lang="en-US" sz="1200" b="1" dirty="0">
                <a:latin typeface="IBM Plex Sans" panose="020B0503050203000203" pitchFamily="34" charset="0"/>
              </a:rPr>
              <a:t>   Step 6: Configure Database </a:t>
            </a:r>
            <a:endParaRPr lang="en-US" sz="1200" dirty="0">
              <a:latin typeface="IBM Plex Sans" panose="020B0503050203000203" pitchFamily="34" charset="0"/>
            </a:endParaRPr>
          </a:p>
          <a:p>
            <a:pPr indent="-171450" defTabSz="1219200">
              <a:lnSpc>
                <a:spcPct val="90000"/>
              </a:lnSpc>
              <a:spcAft>
                <a:spcPts val="300"/>
              </a:spcAft>
              <a:buFontTx/>
              <a:buChar char="-"/>
              <a:defRPr sz="6800"/>
            </a:pPr>
            <a:r>
              <a:rPr lang="en-US" sz="1200" dirty="0">
                <a:latin typeface="IBM Plex Sans" panose="020B0503050203000203" pitchFamily="34" charset="0"/>
              </a:rPr>
              <a:t>Install </a:t>
            </a:r>
            <a:r>
              <a:rPr lang="en-US" sz="1200" dirty="0" err="1">
                <a:latin typeface="IBM Plex Sans" panose="020B0503050203000203" pitchFamily="34" charset="0"/>
              </a:rPr>
              <a:t>postgresql</a:t>
            </a:r>
            <a:r>
              <a:rPr lang="en-US" sz="1200" dirty="0">
                <a:latin typeface="IBM Plex Sans" panose="020B0503050203000203" pitchFamily="34" charset="0"/>
              </a:rPr>
              <a:t> community edition from </a:t>
            </a:r>
            <a:r>
              <a:rPr lang="en-IN" sz="1200" dirty="0">
                <a:latin typeface="IBM Plex Sans" panose="020B0503050203000203" pitchFamily="34" charset="0"/>
                <a:hlinkClick r:id="rId2">
                  <a:extLst>
                    <a:ext uri="{A12FA001-AC4F-418D-AE19-62706E023703}">
                      <ahyp:hlinkClr xmlns:ahyp="http://schemas.microsoft.com/office/drawing/2018/hyperlinkcolor" val="tx"/>
                    </a:ext>
                  </a:extLst>
                </a:hlinkClick>
              </a:rPr>
              <a:t>PostgreSQL: Downloads</a:t>
            </a:r>
            <a:r>
              <a:rPr lang="en-IN" sz="1200" dirty="0">
                <a:latin typeface="IBM Plex Sans" panose="020B0503050203000203" pitchFamily="34" charset="0"/>
              </a:rPr>
              <a:t> (as per the local OS)</a:t>
            </a:r>
            <a:r>
              <a:rPr lang="en-US" sz="1200" dirty="0">
                <a:latin typeface="IBM Plex Sans" panose="020B0503050203000203" pitchFamily="34" charset="0"/>
              </a:rPr>
              <a:t> </a:t>
            </a:r>
          </a:p>
          <a:p>
            <a:pPr indent="-171450" defTabSz="1219200">
              <a:lnSpc>
                <a:spcPct val="90000"/>
              </a:lnSpc>
              <a:spcAft>
                <a:spcPts val="300"/>
              </a:spcAft>
              <a:buFontTx/>
              <a:buChar char="-"/>
              <a:defRPr sz="6800"/>
            </a:pPr>
            <a:r>
              <a:rPr lang="en-US" sz="1200" dirty="0">
                <a:latin typeface="IBM Plex Sans" panose="020B0503050203000203" pitchFamily="34" charset="0"/>
              </a:rPr>
              <a:t>Update </a:t>
            </a:r>
            <a:r>
              <a:rPr lang="en-US" sz="1200" dirty="0" err="1">
                <a:latin typeface="IBM Plex Sans" panose="020B0503050203000203" pitchFamily="34" charset="0"/>
              </a:rPr>
              <a:t>application.properties</a:t>
            </a:r>
            <a:r>
              <a:rPr lang="en-US" sz="1200" dirty="0">
                <a:latin typeface="IBM Plex Sans" panose="020B0503050203000203" pitchFamily="34" charset="0"/>
              </a:rPr>
              <a:t> file</a:t>
            </a:r>
          </a:p>
          <a:p>
            <a:pPr defTabSz="1219200">
              <a:lnSpc>
                <a:spcPct val="90000"/>
              </a:lnSpc>
              <a:spcAft>
                <a:spcPts val="300"/>
              </a:spcAft>
              <a:defRPr sz="6800"/>
            </a:pPr>
            <a:r>
              <a:rPr lang="en-US" sz="1200" dirty="0">
                <a:latin typeface="IBM Plex Sans" panose="020B0503050203000203" pitchFamily="34" charset="0"/>
              </a:rPr>
              <a:t>  - Set database connection details</a:t>
            </a:r>
          </a:p>
          <a:p>
            <a:pPr defTabSz="1219200">
              <a:lnSpc>
                <a:spcPct val="90000"/>
              </a:lnSpc>
              <a:spcAft>
                <a:spcPts val="300"/>
              </a:spcAft>
              <a:defRPr sz="6800"/>
            </a:pPr>
            <a:r>
              <a:rPr lang="en-US" sz="1200" dirty="0">
                <a:latin typeface="IBM Plex Sans" panose="020B0503050203000203" pitchFamily="34" charset="0"/>
              </a:rPr>
              <a:t>  - Configure port and application name</a:t>
            </a:r>
          </a:p>
          <a:p>
            <a:pPr defTabSz="1219200">
              <a:lnSpc>
                <a:spcPct val="90000"/>
              </a:lnSpc>
              <a:spcAft>
                <a:spcPts val="300"/>
              </a:spcAft>
              <a:defRPr sz="6800"/>
            </a:pPr>
            <a:endParaRPr lang="en-US" sz="1200" dirty="0">
              <a:latin typeface="IBM Plex Sans" panose="020B0503050203000203" pitchFamily="34" charset="0"/>
            </a:endParaRPr>
          </a:p>
          <a:p>
            <a:pPr defTabSz="1219200">
              <a:lnSpc>
                <a:spcPct val="90000"/>
              </a:lnSpc>
              <a:spcAft>
                <a:spcPts val="300"/>
              </a:spcAft>
              <a:defRPr sz="6800"/>
            </a:pPr>
            <a:r>
              <a:rPr lang="en-US" sz="1200" b="1" dirty="0">
                <a:latin typeface="IBM Plex Sans" panose="020B0503050203000203" pitchFamily="34" charset="0"/>
              </a:rPr>
              <a:t>  Step 7: Run Application</a:t>
            </a:r>
          </a:p>
          <a:p>
            <a:pPr defTabSz="1219200">
              <a:lnSpc>
                <a:spcPct val="90000"/>
              </a:lnSpc>
              <a:spcAft>
                <a:spcPts val="300"/>
              </a:spcAft>
              <a:defRPr sz="6800"/>
            </a:pPr>
            <a:r>
              <a:rPr lang="en-US" sz="1200" dirty="0">
                <a:latin typeface="IBM Plex Sans" panose="020B0503050203000203" pitchFamily="34" charset="0"/>
              </a:rPr>
              <a:t>  - Build project: ./mvn clean install</a:t>
            </a:r>
          </a:p>
          <a:p>
            <a:pPr defTabSz="1219200">
              <a:lnSpc>
                <a:spcPct val="90000"/>
              </a:lnSpc>
              <a:spcAft>
                <a:spcPts val="300"/>
              </a:spcAft>
              <a:defRPr sz="6800"/>
            </a:pPr>
            <a:r>
              <a:rPr lang="en-US" sz="1200" dirty="0">
                <a:latin typeface="IBM Plex Sans" panose="020B0503050203000203" pitchFamily="34" charset="0"/>
              </a:rPr>
              <a:t>  - Start application: ./mvn spring-boot:run</a:t>
            </a:r>
          </a:p>
          <a:p>
            <a:pPr defTabSz="1219200">
              <a:lnSpc>
                <a:spcPct val="90000"/>
              </a:lnSpc>
              <a:spcAft>
                <a:spcPts val="300"/>
              </a:spcAft>
              <a:defRPr sz="6800"/>
            </a:pPr>
            <a:r>
              <a:rPr lang="en-US" sz="1200" dirty="0">
                <a:latin typeface="IBM Plex Sans" panose="020B0503050203000203" pitchFamily="34" charset="0"/>
              </a:rPr>
              <a:t>  - Verify application starts without errors</a:t>
            </a:r>
          </a:p>
          <a:p>
            <a:pPr defTabSz="1219200">
              <a:lnSpc>
                <a:spcPct val="90000"/>
              </a:lnSpc>
              <a:spcAft>
                <a:spcPts val="300"/>
              </a:spcAft>
              <a:defRPr sz="6800"/>
            </a:pPr>
            <a:endParaRPr lang="en-US" sz="1200" dirty="0">
              <a:latin typeface="IBM Plex Sans" panose="020B0503050203000203" pitchFamily="34" charset="0"/>
            </a:endParaRPr>
          </a:p>
          <a:p>
            <a:pPr defTabSz="1219200">
              <a:lnSpc>
                <a:spcPct val="90000"/>
              </a:lnSpc>
              <a:spcAft>
                <a:spcPts val="300"/>
              </a:spcAft>
              <a:defRPr sz="6800"/>
            </a:pPr>
            <a:r>
              <a:rPr lang="en-US" sz="1200" b="1" dirty="0">
                <a:latin typeface="IBM Plex Sans" panose="020B0503050203000203" pitchFamily="34" charset="0"/>
              </a:rPr>
              <a:t>  Step 8: Test APIs</a:t>
            </a:r>
          </a:p>
          <a:p>
            <a:pPr defTabSz="1219200">
              <a:lnSpc>
                <a:spcPct val="90000"/>
              </a:lnSpc>
              <a:spcAft>
                <a:spcPts val="300"/>
              </a:spcAft>
              <a:defRPr sz="6800"/>
            </a:pPr>
            <a:r>
              <a:rPr lang="en-US" sz="1200" dirty="0">
                <a:latin typeface="IBM Plex Sans" panose="020B0503050203000203" pitchFamily="34" charset="0"/>
              </a:rPr>
              <a:t>  - Open an API testing tool like Insomnia or through browser</a:t>
            </a:r>
          </a:p>
          <a:p>
            <a:pPr defTabSz="1219200">
              <a:lnSpc>
                <a:spcPct val="90000"/>
              </a:lnSpc>
              <a:spcAft>
                <a:spcPts val="300"/>
              </a:spcAft>
              <a:defRPr sz="6800"/>
            </a:pPr>
            <a:r>
              <a:rPr lang="en-US" sz="1200" dirty="0">
                <a:latin typeface="IBM Plex Sans" panose="020B0503050203000203" pitchFamily="34" charset="0"/>
              </a:rPr>
              <a:t>  - Test each endpoint (GET, POST, PUT, DELETE)</a:t>
            </a:r>
          </a:p>
          <a:p>
            <a:pPr defTabSz="1219200">
              <a:lnSpc>
                <a:spcPct val="90000"/>
              </a:lnSpc>
              <a:spcAft>
                <a:spcPts val="300"/>
              </a:spcAft>
              <a:defRPr sz="6800"/>
            </a:pPr>
            <a:r>
              <a:rPr lang="en-US" sz="1200" dirty="0">
                <a:latin typeface="IBM Plex Sans" panose="020B0503050203000203" pitchFamily="34" charset="0"/>
              </a:rPr>
              <a:t>  - Verify responses match API specification</a:t>
            </a:r>
          </a:p>
          <a:p>
            <a:pPr defTabSz="1219200">
              <a:lnSpc>
                <a:spcPct val="90000"/>
              </a:lnSpc>
              <a:spcAft>
                <a:spcPts val="300"/>
              </a:spcAft>
              <a:defRPr sz="6800"/>
            </a:pPr>
            <a:r>
              <a:rPr lang="en-US" sz="1200" dirty="0">
                <a:latin typeface="IBM Plex Sans" panose="020B0503050203000203" pitchFamily="34" charset="0"/>
              </a:rPr>
              <a:t>  - Check data is saved in database</a:t>
            </a:r>
          </a:p>
          <a:p>
            <a:pPr defTabSz="1219200">
              <a:lnSpc>
                <a:spcPct val="90000"/>
              </a:lnSpc>
              <a:spcAft>
                <a:spcPts val="300"/>
              </a:spcAft>
              <a:defRPr sz="6800"/>
            </a:pPr>
            <a:endParaRPr lang="en-US" sz="1200" dirty="0">
              <a:latin typeface="IBM Plex Sans" panose="020B0503050203000203" pitchFamily="34" charset="0"/>
            </a:endParaRPr>
          </a:p>
          <a:p>
            <a:pPr defTabSz="1219200">
              <a:lnSpc>
                <a:spcPct val="90000"/>
              </a:lnSpc>
              <a:spcAft>
                <a:spcPts val="300"/>
              </a:spcAft>
              <a:defRPr sz="6800"/>
            </a:pPr>
            <a:r>
              <a:rPr lang="en-US" sz="1200" b="1" dirty="0">
                <a:latin typeface="IBM Plex Sans" panose="020B0503050203000203" pitchFamily="34" charset="0"/>
              </a:rPr>
              <a:t>  Step 9: Git Check-in</a:t>
            </a:r>
          </a:p>
          <a:p>
            <a:pPr defTabSz="1219200">
              <a:lnSpc>
                <a:spcPct val="90000"/>
              </a:lnSpc>
              <a:spcAft>
                <a:spcPts val="300"/>
              </a:spcAft>
              <a:defRPr sz="6800"/>
            </a:pPr>
            <a:r>
              <a:rPr lang="en-US" sz="1200" dirty="0">
                <a:latin typeface="IBM Plex Sans" panose="020B0503050203000203" pitchFamily="34" charset="0"/>
              </a:rPr>
              <a:t>  - Initialize git: git init (if new project)</a:t>
            </a:r>
          </a:p>
          <a:p>
            <a:pPr defTabSz="1219200">
              <a:lnSpc>
                <a:spcPct val="90000"/>
              </a:lnSpc>
              <a:spcAft>
                <a:spcPts val="300"/>
              </a:spcAft>
              <a:defRPr sz="6800"/>
            </a:pPr>
            <a:r>
              <a:rPr lang="en-US" sz="1200" dirty="0">
                <a:latin typeface="IBM Plex Sans" panose="020B0503050203000203" pitchFamily="34" charset="0"/>
              </a:rPr>
              <a:t>  - Create feature branch: git checkout -b feature/api-implementation</a:t>
            </a:r>
          </a:p>
          <a:p>
            <a:pPr defTabSz="1219200">
              <a:lnSpc>
                <a:spcPct val="90000"/>
              </a:lnSpc>
              <a:spcAft>
                <a:spcPts val="300"/>
              </a:spcAft>
              <a:defRPr sz="6800"/>
            </a:pPr>
            <a:r>
              <a:rPr lang="en-US" sz="1200" dirty="0">
                <a:latin typeface="IBM Plex Sans" panose="020B0503050203000203" pitchFamily="34" charset="0"/>
              </a:rPr>
              <a:t>  - Stage files: git add .</a:t>
            </a:r>
          </a:p>
          <a:p>
            <a:pPr defTabSz="1219200">
              <a:lnSpc>
                <a:spcPct val="90000"/>
              </a:lnSpc>
              <a:spcAft>
                <a:spcPts val="300"/>
              </a:spcAft>
              <a:defRPr sz="6800"/>
            </a:pPr>
            <a:r>
              <a:rPr lang="en-US" sz="1200" dirty="0">
                <a:latin typeface="IBM Plex Sans" panose="020B0503050203000203" pitchFamily="34" charset="0"/>
              </a:rPr>
              <a:t>  - Commit: git commit -m "Implement Spring Boot API for e-commerce"</a:t>
            </a:r>
          </a:p>
          <a:p>
            <a:pPr defTabSz="1219200">
              <a:lnSpc>
                <a:spcPct val="90000"/>
              </a:lnSpc>
              <a:spcAft>
                <a:spcPts val="300"/>
              </a:spcAft>
              <a:defRPr sz="6800"/>
            </a:pPr>
            <a:r>
              <a:rPr lang="en-US" sz="1200" dirty="0">
                <a:latin typeface="IBM Plex Sans" panose="020B0503050203000203" pitchFamily="34" charset="0"/>
              </a:rPr>
              <a:t>  - Push: git push origin feature/api-implementation</a:t>
            </a:r>
          </a:p>
          <a:p>
            <a:pPr defTabSz="1219200">
              <a:lnSpc>
                <a:spcPct val="90000"/>
              </a:lnSpc>
              <a:spcAft>
                <a:spcPts val="300"/>
              </a:spcAft>
              <a:defRPr sz="6800"/>
            </a:pPr>
            <a:r>
              <a:rPr lang="en-US" sz="1200" dirty="0">
                <a:latin typeface="IBM Plex Sans" panose="020B0503050203000203" pitchFamily="34" charset="0"/>
              </a:rPr>
              <a:t>  - Create Pull Request with API documentation</a:t>
            </a:r>
            <a:endParaRPr lang="en-US" sz="1200" dirty="0">
              <a:latin typeface="IBM Plex Sans" panose="020B0503050203000203" pitchFamily="34" charset="0"/>
              <a:ea typeface="IBM Plex Sans Light"/>
              <a:cs typeface="IBM Plex Sans Light"/>
              <a:sym typeface="IBM Plex Sans Light"/>
            </a:endParaRPr>
          </a:p>
        </p:txBody>
      </p:sp>
      <p:sp>
        <p:nvSpPr>
          <p:cNvPr id="3" name="TextBox 2">
            <a:extLst>
              <a:ext uri="{FF2B5EF4-FFF2-40B4-BE49-F238E27FC236}">
                <a16:creationId xmlns:a16="http://schemas.microsoft.com/office/drawing/2014/main" id="{4E1BCD63-57DC-28A2-DB5B-D9960D2E683B}"/>
              </a:ext>
            </a:extLst>
          </p:cNvPr>
          <p:cNvSpPr txBox="1"/>
          <p:nvPr/>
        </p:nvSpPr>
        <p:spPr>
          <a:xfrm>
            <a:off x="7168461" y="6211669"/>
            <a:ext cx="6144984" cy="646331"/>
          </a:xfrm>
          <a:prstGeom prst="rect">
            <a:avLst/>
          </a:prstGeom>
          <a:noFill/>
        </p:spPr>
        <p:txBody>
          <a:bodyPr wrap="square">
            <a:spAutoFit/>
          </a:bodyPr>
          <a:lstStyle/>
          <a:p>
            <a:r>
              <a:rPr lang="en-US" dirty="0">
                <a:latin typeface="IBM Plex Sans" panose="020B0503050203000203" pitchFamily="34" charset="0"/>
              </a:rPr>
              <a:t>Raise any questions through the slack channel:</a:t>
            </a:r>
          </a:p>
          <a:p>
            <a:r>
              <a:rPr lang="en-FI" dirty="0">
                <a:latin typeface="IBM Plex Sans" panose="020B0503050203000203" pitchFamily="34" charset="0"/>
                <a:hlinkClick r:id="rId3"/>
              </a:rPr>
              <a:t>#applied-ai-specialist-capstone-project</a:t>
            </a:r>
            <a:endParaRPr lang="en-US" dirty="0">
              <a:latin typeface="IBM Plex Sans" panose="020B0503050203000203" pitchFamily="34" charset="0"/>
            </a:endParaRPr>
          </a:p>
        </p:txBody>
      </p:sp>
    </p:spTree>
    <p:extLst>
      <p:ext uri="{BB962C8B-B14F-4D97-AF65-F5344CB8AC3E}">
        <p14:creationId xmlns:p14="http://schemas.microsoft.com/office/powerpoint/2010/main" val="2000991659"/>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IBM presentation template">
  <a:themeElements>
    <a:clrScheme name="IBM presentation template">
      <a:dk1>
        <a:srgbClr val="000000"/>
      </a:dk1>
      <a:lt1>
        <a:srgbClr val="FFFFFF"/>
      </a:lt1>
      <a:dk2>
        <a:srgbClr val="A7A7A7"/>
      </a:dk2>
      <a:lt2>
        <a:srgbClr val="535353"/>
      </a:lt2>
      <a:accent1>
        <a:srgbClr val="0F62FE"/>
      </a:accent1>
      <a:accent2>
        <a:srgbClr val="A56EFF"/>
      </a:accent2>
      <a:accent3>
        <a:srgbClr val="003A6D"/>
      </a:accent3>
      <a:accent4>
        <a:srgbClr val="009D9A"/>
      </a:accent4>
      <a:accent5>
        <a:srgbClr val="9F1853"/>
      </a:accent5>
      <a:accent6>
        <a:srgbClr val="FA4D56"/>
      </a:accent6>
      <a:hlink>
        <a:srgbClr val="0000FF"/>
      </a:hlink>
      <a:folHlink>
        <a:srgbClr val="FF00FF"/>
      </a:folHlink>
    </a:clrScheme>
    <a:fontScheme name="IBM presentation template">
      <a:majorFont>
        <a:latin typeface="IBM Plex Sans"/>
        <a:ea typeface="IBM Plex Sans"/>
        <a:cs typeface="IBM Plex Sans"/>
      </a:majorFont>
      <a:minorFont>
        <a:latin typeface="IBM Plex Sans"/>
        <a:ea typeface="IBM Plex Sans"/>
        <a:cs typeface="IBM Plex Sans"/>
      </a:minorFont>
    </a:fontScheme>
    <a:fmtScheme name="IBM presentation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91439" tIns="91439" rIns="91439" bIns="91439" numCol="1" spcCol="38100" rtlCol="0" anchor="t">
        <a:spAutoFit/>
      </a:bodyPr>
      <a:lstStyle>
        <a:defPPr marL="0" marR="0" indent="0" algn="l" defTabSz="116128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IBM Plex Sans Light"/>
            <a:ea typeface="IBM Plex Sans Light"/>
            <a:cs typeface="IBM Plex Sans Light"/>
            <a:sym typeface="IBM Plex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116128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IBM Plex Sans Light"/>
            <a:ea typeface="IBM Plex Sans Light"/>
            <a:cs typeface="IBM Plex Sans Light"/>
            <a:sym typeface="IBM Plex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1027</Words>
  <Application>Microsoft Office PowerPoint</Application>
  <PresentationFormat>Widescreen</PresentationFormat>
  <Paragraphs>176</Paragraphs>
  <Slides>12</Slides>
  <Notes>1</Notes>
  <HiddenSlides>0</HiddenSlides>
  <MMClips>0</MMClip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Office Theme</vt:lpstr>
      <vt:lpstr>IBM presentation template</vt:lpstr>
      <vt:lpstr>PowerPoint Presentation</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IBM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SHAON MAZUMDER</dc:creator>
  <cp:lastModifiedBy>MIKKO KALLIO</cp:lastModifiedBy>
  <cp:revision>147</cp:revision>
  <dcterms:created xsi:type="dcterms:W3CDTF">2026-05-20T13:28:22Z</dcterms:created>
  <dcterms:modified xsi:type="dcterms:W3CDTF">2026-05-25T06:29:38Z</dcterms:modified>
</cp:coreProperties>
</file>